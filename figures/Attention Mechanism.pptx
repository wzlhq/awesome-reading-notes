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9" r:id="rId2"/>
    <p:sldId id="260" r:id="rId3"/>
    <p:sldId id="262" r:id="rId4"/>
    <p:sldId id="261" r:id="rId5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6147"/>
    <p:restoredTop sz="92438"/>
  </p:normalViewPr>
  <p:slideViewPr>
    <p:cSldViewPr snapToGrid="0">
      <p:cViewPr>
        <p:scale>
          <a:sx n="172" d="100"/>
          <a:sy n="172" d="100"/>
        </p:scale>
        <p:origin x="3032" y="66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2C5885-0AAE-EA45-AFF8-A1D4BE3C0546}" type="datetimeFigureOut">
              <a:rPr kumimoji="1" lang="zh-CN" altLang="en-US" smtClean="0"/>
              <a:t>2025/12/14</a:t>
            </a:fld>
            <a:endParaRPr kumimoji="1"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CN" altLang="en-US"/>
              <a:t>单击此处编辑母版文本样式</a:t>
            </a:r>
          </a:p>
          <a:p>
            <a:pPr lvl="1"/>
            <a:r>
              <a:rPr kumimoji="1" lang="zh-CN" altLang="en-US"/>
              <a:t>二级</a:t>
            </a:r>
          </a:p>
          <a:p>
            <a:pPr lvl="2"/>
            <a:r>
              <a:rPr kumimoji="1" lang="zh-CN" altLang="en-US"/>
              <a:t>三级</a:t>
            </a:r>
          </a:p>
          <a:p>
            <a:pPr lvl="3"/>
            <a:r>
              <a:rPr kumimoji="1" lang="zh-CN" altLang="en-US"/>
              <a:t>四级</a:t>
            </a:r>
          </a:p>
          <a:p>
            <a:pPr lvl="4"/>
            <a:r>
              <a:rPr kumimoji="1" lang="zh-CN" altLang="en-US"/>
              <a:t>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03620A3-D0E9-034C-97A9-1309C24800A0}" type="slidenum">
              <a:rPr kumimoji="1" lang="zh-CN" altLang="en-US" smtClean="0"/>
              <a:t>‹#›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86316476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2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6977793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80B2FB-15CF-61EC-188E-62609C4906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>
            <a:extLst>
              <a:ext uri="{FF2B5EF4-FFF2-40B4-BE49-F238E27FC236}">
                <a16:creationId xmlns:a16="http://schemas.microsoft.com/office/drawing/2014/main" id="{FAB8285D-66B7-A7D9-589F-083D32A575F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>
            <a:extLst>
              <a:ext uri="{FF2B5EF4-FFF2-40B4-BE49-F238E27FC236}">
                <a16:creationId xmlns:a16="http://schemas.microsoft.com/office/drawing/2014/main" id="{F6FE9293-91D3-4680-7842-61C8CDB854A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CN" altLang="en-US" dirty="0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0A89AA0F-A93D-B3D3-96A9-975D47D841C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03620A3-D0E9-034C-97A9-1309C24800A0}" type="slidenum">
              <a:rPr kumimoji="1" lang="zh-CN" altLang="en-US" smtClean="0"/>
              <a:t>4</a:t>
            </a:fld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27048352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23C545AF-486B-29C5-9FFC-6CE527E9C9B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>
            <a:extLst>
              <a:ext uri="{FF2B5EF4-FFF2-40B4-BE49-F238E27FC236}">
                <a16:creationId xmlns:a16="http://schemas.microsoft.com/office/drawing/2014/main" id="{15E37C75-F594-B561-0CC2-29CACC8CE0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单击此处编辑母版副标题样式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A1870D71-DFFD-E4BE-9D6B-0796D7CE29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1F8FDA96-C725-C0E7-9F5A-AEC6B895CDE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DABF739-4679-FEDA-5CD7-90EA0DDD19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035865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FCE9C26-BB0F-60E7-A01D-F0021A993A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072128D7-3A03-1735-D09E-31CDD96C94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B6C66B4B-0108-1BF5-7A53-EE6B99FF7F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0EA77F0B-E6E9-8075-A82A-B597F03595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F03AA545-EDE9-3AB8-0A00-E42E30B58AB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1368725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6745AFC-CFC4-F991-2B10-0889A8A7EB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F2AACF6D-0857-6027-0998-0657103963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0D2EEEE5-C87A-046B-5CCE-DF7AEDA1E19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C46EC881-14E7-D0EC-7560-050532AA9C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A7CFEDE3-82F9-CEC7-7C92-39AC1A4037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9670127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8557115-D275-E6B4-AB3E-243EB089B2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F603768F-B8AF-05C6-007A-B43554C32E4E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647555E8-DFBF-35B8-FFFC-3D86DC474C7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F4D74F87-38FE-ACA9-467F-A5929404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6D21F868-8A3C-3450-4435-B372A92080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B2EAD454-58B0-FFD3-0351-20D4560452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66121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DDA525B5-0AFD-939E-2DA4-441C2E96F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B62A7F45-5E0F-FAA7-E96E-8037B53F10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>
            <a:extLst>
              <a:ext uri="{FF2B5EF4-FFF2-40B4-BE49-F238E27FC236}">
                <a16:creationId xmlns:a16="http://schemas.microsoft.com/office/drawing/2014/main" id="{0F238224-6674-F0C4-6079-662265BA3B1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5" name="文本占位符 4">
            <a:extLst>
              <a:ext uri="{FF2B5EF4-FFF2-40B4-BE49-F238E27FC236}">
                <a16:creationId xmlns:a16="http://schemas.microsoft.com/office/drawing/2014/main" id="{F7534927-0C48-4FD5-8AFD-FA9A18811F3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>
            <a:extLst>
              <a:ext uri="{FF2B5EF4-FFF2-40B4-BE49-F238E27FC236}">
                <a16:creationId xmlns:a16="http://schemas.microsoft.com/office/drawing/2014/main" id="{941BF377-F1A5-6D30-CB06-3FD37286CB5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7" name="日期占位符 6">
            <a:extLst>
              <a:ext uri="{FF2B5EF4-FFF2-40B4-BE49-F238E27FC236}">
                <a16:creationId xmlns:a16="http://schemas.microsoft.com/office/drawing/2014/main" id="{3924B4FB-EAFE-CE1D-7C1B-01821BC65C8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8" name="页脚占位符 7">
            <a:extLst>
              <a:ext uri="{FF2B5EF4-FFF2-40B4-BE49-F238E27FC236}">
                <a16:creationId xmlns:a16="http://schemas.microsoft.com/office/drawing/2014/main" id="{BA587106-12CF-3C96-4D3E-CE519B952B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>
            <a:extLst>
              <a:ext uri="{FF2B5EF4-FFF2-40B4-BE49-F238E27FC236}">
                <a16:creationId xmlns:a16="http://schemas.microsoft.com/office/drawing/2014/main" id="{E88F4F6C-07F8-B3B4-54D5-225EF66BB5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870003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25FA42B-009A-2A62-6BD1-F6715179D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日期占位符 2">
            <a:extLst>
              <a:ext uri="{FF2B5EF4-FFF2-40B4-BE49-F238E27FC236}">
                <a16:creationId xmlns:a16="http://schemas.microsoft.com/office/drawing/2014/main" id="{2343434D-0225-561B-2DA3-7F52D517B10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4" name="页脚占位符 3">
            <a:extLst>
              <a:ext uri="{FF2B5EF4-FFF2-40B4-BE49-F238E27FC236}">
                <a16:creationId xmlns:a16="http://schemas.microsoft.com/office/drawing/2014/main" id="{B1C7867C-996A-0809-340C-79EE366EE6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>
            <a:extLst>
              <a:ext uri="{FF2B5EF4-FFF2-40B4-BE49-F238E27FC236}">
                <a16:creationId xmlns:a16="http://schemas.microsoft.com/office/drawing/2014/main" id="{499D8500-DD68-E971-6BD0-3076FA5519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925002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>
            <a:extLst>
              <a:ext uri="{FF2B5EF4-FFF2-40B4-BE49-F238E27FC236}">
                <a16:creationId xmlns:a16="http://schemas.microsoft.com/office/drawing/2014/main" id="{936C0F01-2B8B-9142-5841-1FB9CC5416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3" name="页脚占位符 2">
            <a:extLst>
              <a:ext uri="{FF2B5EF4-FFF2-40B4-BE49-F238E27FC236}">
                <a16:creationId xmlns:a16="http://schemas.microsoft.com/office/drawing/2014/main" id="{02DE37E6-628F-1E4F-3426-8018C35559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>
            <a:extLst>
              <a:ext uri="{FF2B5EF4-FFF2-40B4-BE49-F238E27FC236}">
                <a16:creationId xmlns:a16="http://schemas.microsoft.com/office/drawing/2014/main" id="{F490B8BE-087F-2930-1CA7-3153628477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81521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89E17305-844E-0F9B-66C0-BCCD435AEFA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>
            <a:extLst>
              <a:ext uri="{FF2B5EF4-FFF2-40B4-BE49-F238E27FC236}">
                <a16:creationId xmlns:a16="http://schemas.microsoft.com/office/drawing/2014/main" id="{AE3133A1-F425-5C8D-7AD2-EABB59AA4A3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D00C7166-C0B1-EA04-68EB-8BDC7DDE028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00BADE5C-9C03-3769-C828-9847EEB936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7C0CB0B5-31B9-FF02-9088-92E908255EF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5FF43D76-7E14-8AA8-D23E-F7DC852A2F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66259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6507B2CC-27C4-A7D3-B611-EBA18BA7733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>
            <a:extLst>
              <a:ext uri="{FF2B5EF4-FFF2-40B4-BE49-F238E27FC236}">
                <a16:creationId xmlns:a16="http://schemas.microsoft.com/office/drawing/2014/main" id="{59CD60D9-4477-2A67-0930-B065C0EF642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>
            <a:extLst>
              <a:ext uri="{FF2B5EF4-FFF2-40B4-BE49-F238E27FC236}">
                <a16:creationId xmlns:a16="http://schemas.microsoft.com/office/drawing/2014/main" id="{27201996-DFB5-B0F0-F1C1-CE0D9228D62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日期占位符 4">
            <a:extLst>
              <a:ext uri="{FF2B5EF4-FFF2-40B4-BE49-F238E27FC236}">
                <a16:creationId xmlns:a16="http://schemas.microsoft.com/office/drawing/2014/main" id="{7C82D6D4-EEB5-07E3-4F6B-22DED09DA6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6" name="页脚占位符 5">
            <a:extLst>
              <a:ext uri="{FF2B5EF4-FFF2-40B4-BE49-F238E27FC236}">
                <a16:creationId xmlns:a16="http://schemas.microsoft.com/office/drawing/2014/main" id="{B913BFBA-BE17-672A-9EC2-A235B792DCD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>
            <a:extLst>
              <a:ext uri="{FF2B5EF4-FFF2-40B4-BE49-F238E27FC236}">
                <a16:creationId xmlns:a16="http://schemas.microsoft.com/office/drawing/2014/main" id="{3561F9EE-F7C2-03E5-3CF5-3DEC807F09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6083833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0EB356D5-9AD6-F585-7711-88A32FAD67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56D807BA-859B-316E-82E0-CEC5D13CE14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F5D547A3-B582-5707-34A7-D4FC92F5EB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27AABA7-0097-A20F-AD72-0BAA4677B5D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C8438C08-20C2-87B7-26F6-80CBA09F62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6270266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>
            <a:extLst>
              <a:ext uri="{FF2B5EF4-FFF2-40B4-BE49-F238E27FC236}">
                <a16:creationId xmlns:a16="http://schemas.microsoft.com/office/drawing/2014/main" id="{A3FA5B46-3DD6-7E9C-A5B4-30E8594A7DD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>
            <a:extLst>
              <a:ext uri="{FF2B5EF4-FFF2-40B4-BE49-F238E27FC236}">
                <a16:creationId xmlns:a16="http://schemas.microsoft.com/office/drawing/2014/main" id="{834CC7AF-4991-3057-B64B-552109C696C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4028D59A-16AF-8CF2-71BC-F3CE09E546A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462F5249-FF78-FDE1-84B8-227B4C740C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D71DFFD7-1DAF-70B7-97D1-66B33447B6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8361759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>
            <a:extLst>
              <a:ext uri="{FF2B5EF4-FFF2-40B4-BE49-F238E27FC236}">
                <a16:creationId xmlns:a16="http://schemas.microsoft.com/office/drawing/2014/main" id="{730FAFB2-F7AA-4586-2972-71C496BB8A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>
            <a:extLst>
              <a:ext uri="{FF2B5EF4-FFF2-40B4-BE49-F238E27FC236}">
                <a16:creationId xmlns:a16="http://schemas.microsoft.com/office/drawing/2014/main" id="{36FB24B0-EECF-AAF0-81E5-46267F8383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二级</a:t>
            </a:r>
          </a:p>
          <a:p>
            <a:pPr lvl="2"/>
            <a:r>
              <a:rPr lang="zh-CN" altLang="en-US"/>
              <a:t>三级</a:t>
            </a:r>
          </a:p>
          <a:p>
            <a:pPr lvl="3"/>
            <a:r>
              <a:rPr lang="zh-CN" altLang="en-US"/>
              <a:t>四级</a:t>
            </a:r>
          </a:p>
          <a:p>
            <a:pPr lvl="4"/>
            <a:r>
              <a:rPr lang="zh-CN" altLang="en-US"/>
              <a:t>五级</a:t>
            </a:r>
          </a:p>
        </p:txBody>
      </p:sp>
      <p:sp>
        <p:nvSpPr>
          <p:cNvPr id="4" name="日期占位符 3">
            <a:extLst>
              <a:ext uri="{FF2B5EF4-FFF2-40B4-BE49-F238E27FC236}">
                <a16:creationId xmlns:a16="http://schemas.microsoft.com/office/drawing/2014/main" id="{2BE49019-0A96-390B-C400-F578BA0041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2254ABA-9B8E-4AD7-A0B7-75C462322581}" type="datetimeFigureOut">
              <a:rPr lang="zh-CN" altLang="en-US" smtClean="0"/>
              <a:t>2025/12/14</a:t>
            </a:fld>
            <a:endParaRPr lang="zh-CN" altLang="en-US"/>
          </a:p>
        </p:txBody>
      </p:sp>
      <p:sp>
        <p:nvSpPr>
          <p:cNvPr id="5" name="页脚占位符 4">
            <a:extLst>
              <a:ext uri="{FF2B5EF4-FFF2-40B4-BE49-F238E27FC236}">
                <a16:creationId xmlns:a16="http://schemas.microsoft.com/office/drawing/2014/main" id="{DB80EA4E-93D0-A197-92E9-ADC0FC2E5C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>
            <a:extLst>
              <a:ext uri="{FF2B5EF4-FFF2-40B4-BE49-F238E27FC236}">
                <a16:creationId xmlns:a16="http://schemas.microsoft.com/office/drawing/2014/main" id="{471B6B48-FDE8-816D-A27C-EA909665697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F67D83-A47F-4CC9-85AA-AB5C2C4A8A4D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33885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png"/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Relationship Id="rId9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矩形: 圆角 3">
            <a:extLst>
              <a:ext uri="{FF2B5EF4-FFF2-40B4-BE49-F238E27FC236}">
                <a16:creationId xmlns:a16="http://schemas.microsoft.com/office/drawing/2014/main" id="{F4A6D63C-613D-7F7A-807D-3E5FA80F2930}"/>
              </a:ext>
            </a:extLst>
          </p:cNvPr>
          <p:cNvSpPr/>
          <p:nvPr/>
        </p:nvSpPr>
        <p:spPr>
          <a:xfrm rot="5400000">
            <a:off x="3415771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5" name="矩形: 圆角 4">
            <a:extLst>
              <a:ext uri="{FF2B5EF4-FFF2-40B4-BE49-F238E27FC236}">
                <a16:creationId xmlns:a16="http://schemas.microsoft.com/office/drawing/2014/main" id="{E8B1AB02-8226-35BD-F212-A78D5AA1B163}"/>
              </a:ext>
            </a:extLst>
          </p:cNvPr>
          <p:cNvSpPr/>
          <p:nvPr/>
        </p:nvSpPr>
        <p:spPr>
          <a:xfrm rot="5400000">
            <a:off x="3415771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6" name="矩形: 圆角 5">
            <a:extLst>
              <a:ext uri="{FF2B5EF4-FFF2-40B4-BE49-F238E27FC236}">
                <a16:creationId xmlns:a16="http://schemas.microsoft.com/office/drawing/2014/main" id="{9368F92C-F038-0E89-EC5A-075C4D8C00D3}"/>
              </a:ext>
            </a:extLst>
          </p:cNvPr>
          <p:cNvSpPr/>
          <p:nvPr/>
        </p:nvSpPr>
        <p:spPr>
          <a:xfrm rot="5400000">
            <a:off x="3415771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7" name="矩形: 圆角 6">
            <a:extLst>
              <a:ext uri="{FF2B5EF4-FFF2-40B4-BE49-F238E27FC236}">
                <a16:creationId xmlns:a16="http://schemas.microsoft.com/office/drawing/2014/main" id="{C1E07488-DFA2-4890-0276-1915FADB3B80}"/>
              </a:ext>
            </a:extLst>
          </p:cNvPr>
          <p:cNvSpPr/>
          <p:nvPr/>
        </p:nvSpPr>
        <p:spPr>
          <a:xfrm rot="5400000">
            <a:off x="3415771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sp>
        <p:nvSpPr>
          <p:cNvPr id="9" name="矩形: 圆角 8">
            <a:extLst>
              <a:ext uri="{FF2B5EF4-FFF2-40B4-BE49-F238E27FC236}">
                <a16:creationId xmlns:a16="http://schemas.microsoft.com/office/drawing/2014/main" id="{0A6F3216-56DE-F315-3E77-7CA9BDC797D7}"/>
              </a:ext>
            </a:extLst>
          </p:cNvPr>
          <p:cNvSpPr/>
          <p:nvPr/>
        </p:nvSpPr>
        <p:spPr>
          <a:xfrm rot="5400000">
            <a:off x="4796956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10" name="矩形: 圆角 9">
            <a:extLst>
              <a:ext uri="{FF2B5EF4-FFF2-40B4-BE49-F238E27FC236}">
                <a16:creationId xmlns:a16="http://schemas.microsoft.com/office/drawing/2014/main" id="{E6A3A5E4-1547-F592-633F-39054261F62A}"/>
              </a:ext>
            </a:extLst>
          </p:cNvPr>
          <p:cNvSpPr/>
          <p:nvPr/>
        </p:nvSpPr>
        <p:spPr>
          <a:xfrm rot="5400000">
            <a:off x="4796956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11" name="矩形: 圆角 10">
            <a:extLst>
              <a:ext uri="{FF2B5EF4-FFF2-40B4-BE49-F238E27FC236}">
                <a16:creationId xmlns:a16="http://schemas.microsoft.com/office/drawing/2014/main" id="{37DAC18D-BFD3-CCCD-0E76-B8A0E970EF50}"/>
              </a:ext>
            </a:extLst>
          </p:cNvPr>
          <p:cNvSpPr/>
          <p:nvPr/>
        </p:nvSpPr>
        <p:spPr>
          <a:xfrm rot="5400000">
            <a:off x="4796956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12" name="矩形: 圆角 11">
            <a:extLst>
              <a:ext uri="{FF2B5EF4-FFF2-40B4-BE49-F238E27FC236}">
                <a16:creationId xmlns:a16="http://schemas.microsoft.com/office/drawing/2014/main" id="{02DE7804-2003-A9D7-7651-38789E81A5A7}"/>
              </a:ext>
            </a:extLst>
          </p:cNvPr>
          <p:cNvSpPr/>
          <p:nvPr/>
        </p:nvSpPr>
        <p:spPr>
          <a:xfrm rot="5400000">
            <a:off x="4796956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15" name="直接箭头连接符 14">
            <a:extLst>
              <a:ext uri="{FF2B5EF4-FFF2-40B4-BE49-F238E27FC236}">
                <a16:creationId xmlns:a16="http://schemas.microsoft.com/office/drawing/2014/main" id="{57E08FD7-DFDA-E3FA-02CB-3D247E438003}"/>
              </a:ext>
            </a:extLst>
          </p:cNvPr>
          <p:cNvCxnSpPr>
            <a:stCxn id="4" idx="0"/>
            <a:endCxn id="9" idx="2"/>
          </p:cNvCxnSpPr>
          <p:nvPr/>
        </p:nvCxnSpPr>
        <p:spPr>
          <a:xfrm>
            <a:off x="3888826" y="2083896"/>
            <a:ext cx="630786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" name="直接箭头连接符 16">
            <a:extLst>
              <a:ext uri="{FF2B5EF4-FFF2-40B4-BE49-F238E27FC236}">
                <a16:creationId xmlns:a16="http://schemas.microsoft.com/office/drawing/2014/main" id="{8221A0F4-95F3-BAF9-10B1-699686A28BCC}"/>
              </a:ext>
            </a:extLst>
          </p:cNvPr>
          <p:cNvCxnSpPr>
            <a:stCxn id="4" idx="0"/>
            <a:endCxn id="10" idx="2"/>
          </p:cNvCxnSpPr>
          <p:nvPr/>
        </p:nvCxnSpPr>
        <p:spPr>
          <a:xfrm>
            <a:off x="3888826" y="2083896"/>
            <a:ext cx="630786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" name="直接箭头连接符 17">
            <a:extLst>
              <a:ext uri="{FF2B5EF4-FFF2-40B4-BE49-F238E27FC236}">
                <a16:creationId xmlns:a16="http://schemas.microsoft.com/office/drawing/2014/main" id="{5FF21EDC-C5EB-ADEE-6A22-4C91C38D4D65}"/>
              </a:ext>
            </a:extLst>
          </p:cNvPr>
          <p:cNvCxnSpPr>
            <a:cxnSpLocks/>
            <a:stCxn id="4" idx="0"/>
            <a:endCxn id="11" idx="2"/>
          </p:cNvCxnSpPr>
          <p:nvPr/>
        </p:nvCxnSpPr>
        <p:spPr>
          <a:xfrm>
            <a:off x="3888826" y="2083896"/>
            <a:ext cx="630786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" name="直接箭头连接符 20">
            <a:extLst>
              <a:ext uri="{FF2B5EF4-FFF2-40B4-BE49-F238E27FC236}">
                <a16:creationId xmlns:a16="http://schemas.microsoft.com/office/drawing/2014/main" id="{63100C52-254E-1A16-D217-2781CF8598F8}"/>
              </a:ext>
            </a:extLst>
          </p:cNvPr>
          <p:cNvCxnSpPr>
            <a:cxnSpLocks/>
            <a:stCxn id="4" idx="0"/>
            <a:endCxn id="12" idx="2"/>
          </p:cNvCxnSpPr>
          <p:nvPr/>
        </p:nvCxnSpPr>
        <p:spPr>
          <a:xfrm>
            <a:off x="3888826" y="2083896"/>
            <a:ext cx="630786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" name="文本框 26">
            <a:extLst>
              <a:ext uri="{FF2B5EF4-FFF2-40B4-BE49-F238E27FC236}">
                <a16:creationId xmlns:a16="http://schemas.microsoft.com/office/drawing/2014/main" id="{B209D8C4-41BB-6A70-AD2C-5B8947FA17D4}"/>
              </a:ext>
            </a:extLst>
          </p:cNvPr>
          <p:cNvSpPr txBox="1"/>
          <p:nvPr/>
        </p:nvSpPr>
        <p:spPr>
          <a:xfrm>
            <a:off x="4066901" y="1942314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0.5</a:t>
            </a:r>
            <a:endParaRPr lang="zh-CN" altLang="en-US" sz="1200" dirty="0"/>
          </a:p>
        </p:txBody>
      </p:sp>
      <p:sp>
        <p:nvSpPr>
          <p:cNvPr id="28" name="文本框 27">
            <a:extLst>
              <a:ext uri="{FF2B5EF4-FFF2-40B4-BE49-F238E27FC236}">
                <a16:creationId xmlns:a16="http://schemas.microsoft.com/office/drawing/2014/main" id="{B275F74E-AF95-1D02-EE67-B422AB9ACE05}"/>
              </a:ext>
            </a:extLst>
          </p:cNvPr>
          <p:cNvSpPr txBox="1"/>
          <p:nvPr/>
        </p:nvSpPr>
        <p:spPr>
          <a:xfrm>
            <a:off x="4063927" y="2201932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29" name="文本框 28">
            <a:extLst>
              <a:ext uri="{FF2B5EF4-FFF2-40B4-BE49-F238E27FC236}">
                <a16:creationId xmlns:a16="http://schemas.microsoft.com/office/drawing/2014/main" id="{0E7420A4-C076-0908-4B3F-DDC877608D56}"/>
              </a:ext>
            </a:extLst>
          </p:cNvPr>
          <p:cNvSpPr txBox="1"/>
          <p:nvPr/>
        </p:nvSpPr>
        <p:spPr>
          <a:xfrm>
            <a:off x="4070476" y="2551376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0.2</a:t>
            </a:r>
            <a:endParaRPr lang="zh-CN" altLang="en-US" sz="1200" dirty="0"/>
          </a:p>
        </p:txBody>
      </p:sp>
      <p:sp>
        <p:nvSpPr>
          <p:cNvPr id="30" name="文本框 29">
            <a:extLst>
              <a:ext uri="{FF2B5EF4-FFF2-40B4-BE49-F238E27FC236}">
                <a16:creationId xmlns:a16="http://schemas.microsoft.com/office/drawing/2014/main" id="{707D422D-C449-810E-8859-6E163DF8718E}"/>
              </a:ext>
            </a:extLst>
          </p:cNvPr>
          <p:cNvSpPr txBox="1"/>
          <p:nvPr/>
        </p:nvSpPr>
        <p:spPr>
          <a:xfrm>
            <a:off x="4078265" y="2952470"/>
            <a:ext cx="514628" cy="2831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0.1</a:t>
            </a:r>
            <a:endParaRPr lang="zh-CN" altLang="en-US" sz="1200" dirty="0"/>
          </a:p>
        </p:txBody>
      </p:sp>
      <p:sp>
        <p:nvSpPr>
          <p:cNvPr id="35" name="矩形: 圆角 34">
            <a:extLst>
              <a:ext uri="{FF2B5EF4-FFF2-40B4-BE49-F238E27FC236}">
                <a16:creationId xmlns:a16="http://schemas.microsoft.com/office/drawing/2014/main" id="{BED902CC-7909-8F37-F68B-14154FEFE7EA}"/>
              </a:ext>
            </a:extLst>
          </p:cNvPr>
          <p:cNvSpPr/>
          <p:nvPr/>
        </p:nvSpPr>
        <p:spPr>
          <a:xfrm rot="5400000">
            <a:off x="6373344" y="1708696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河</a:t>
            </a:r>
          </a:p>
        </p:txBody>
      </p:sp>
      <p:sp>
        <p:nvSpPr>
          <p:cNvPr id="36" name="矩形: 圆角 35">
            <a:extLst>
              <a:ext uri="{FF2B5EF4-FFF2-40B4-BE49-F238E27FC236}">
                <a16:creationId xmlns:a16="http://schemas.microsoft.com/office/drawing/2014/main" id="{98E7F157-8337-44F1-6CC1-C3C6D54E3F9F}"/>
              </a:ext>
            </a:extLst>
          </p:cNvPr>
          <p:cNvSpPr/>
          <p:nvPr/>
        </p:nvSpPr>
        <p:spPr>
          <a:xfrm rot="5400000">
            <a:off x="6373344" y="2115767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北</a:t>
            </a:r>
          </a:p>
        </p:txBody>
      </p:sp>
      <p:sp>
        <p:nvSpPr>
          <p:cNvPr id="37" name="矩形: 圆角 36">
            <a:extLst>
              <a:ext uri="{FF2B5EF4-FFF2-40B4-BE49-F238E27FC236}">
                <a16:creationId xmlns:a16="http://schemas.microsoft.com/office/drawing/2014/main" id="{C11785C2-99F0-5C5C-A0EC-40E45B0BAF10}"/>
              </a:ext>
            </a:extLst>
          </p:cNvPr>
          <p:cNvSpPr/>
          <p:nvPr/>
        </p:nvSpPr>
        <p:spPr>
          <a:xfrm rot="5400000">
            <a:off x="6373344" y="2551361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工</a:t>
            </a:r>
          </a:p>
        </p:txBody>
      </p:sp>
      <p:sp>
        <p:nvSpPr>
          <p:cNvPr id="38" name="矩形: 圆角 37">
            <a:extLst>
              <a:ext uri="{FF2B5EF4-FFF2-40B4-BE49-F238E27FC236}">
                <a16:creationId xmlns:a16="http://schemas.microsoft.com/office/drawing/2014/main" id="{39618167-D3F1-B1C2-B141-1D9C501CD8A4}"/>
              </a:ext>
            </a:extLst>
          </p:cNvPr>
          <p:cNvSpPr/>
          <p:nvPr/>
        </p:nvSpPr>
        <p:spPr>
          <a:xfrm rot="5400000">
            <a:off x="6373344" y="2972672"/>
            <a:ext cx="195711" cy="7503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r>
              <a:rPr lang="zh-CN" altLang="en-US" sz="1200" dirty="0"/>
              <a:t>业</a:t>
            </a:r>
          </a:p>
        </p:txBody>
      </p:sp>
      <p:cxnSp>
        <p:nvCxnSpPr>
          <p:cNvPr id="39" name="直接箭头连接符 38">
            <a:extLst>
              <a:ext uri="{FF2B5EF4-FFF2-40B4-BE49-F238E27FC236}">
                <a16:creationId xmlns:a16="http://schemas.microsoft.com/office/drawing/2014/main" id="{CFE32E36-E301-5BE1-EE34-D4FE1B4FC5CA}"/>
              </a:ext>
            </a:extLst>
          </p:cNvPr>
          <p:cNvCxnSpPr>
            <a:cxnSpLocks/>
            <a:stCxn id="9" idx="0"/>
            <a:endCxn id="35" idx="2"/>
          </p:cNvCxnSpPr>
          <p:nvPr/>
        </p:nvCxnSpPr>
        <p:spPr>
          <a:xfrm>
            <a:off x="5270011" y="2083896"/>
            <a:ext cx="825989" cy="0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箭头连接符 41">
            <a:extLst>
              <a:ext uri="{FF2B5EF4-FFF2-40B4-BE49-F238E27FC236}">
                <a16:creationId xmlns:a16="http://schemas.microsoft.com/office/drawing/2014/main" id="{A9893331-BAE6-62DF-5B5C-6B3E182CE68E}"/>
              </a:ext>
            </a:extLst>
          </p:cNvPr>
          <p:cNvCxnSpPr>
            <a:cxnSpLocks/>
            <a:stCxn id="10" idx="0"/>
            <a:endCxn id="35" idx="2"/>
          </p:cNvCxnSpPr>
          <p:nvPr/>
        </p:nvCxnSpPr>
        <p:spPr>
          <a:xfrm flipV="1">
            <a:off x="5270011" y="2083896"/>
            <a:ext cx="825989" cy="407071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4" name="直接箭头连接符 43">
            <a:extLst>
              <a:ext uri="{FF2B5EF4-FFF2-40B4-BE49-F238E27FC236}">
                <a16:creationId xmlns:a16="http://schemas.microsoft.com/office/drawing/2014/main" id="{2E14F141-698C-C438-5618-AC87F0DB1253}"/>
              </a:ext>
            </a:extLst>
          </p:cNvPr>
          <p:cNvCxnSpPr>
            <a:cxnSpLocks/>
            <a:stCxn id="11" idx="0"/>
            <a:endCxn id="35" idx="2"/>
          </p:cNvCxnSpPr>
          <p:nvPr/>
        </p:nvCxnSpPr>
        <p:spPr>
          <a:xfrm flipV="1">
            <a:off x="5270011" y="2083896"/>
            <a:ext cx="825989" cy="842665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6" name="直接箭头连接符 45">
            <a:extLst>
              <a:ext uri="{FF2B5EF4-FFF2-40B4-BE49-F238E27FC236}">
                <a16:creationId xmlns:a16="http://schemas.microsoft.com/office/drawing/2014/main" id="{4A12DBE2-EC42-16B1-5BCB-D31C6AFC954D}"/>
              </a:ext>
            </a:extLst>
          </p:cNvPr>
          <p:cNvCxnSpPr>
            <a:cxnSpLocks/>
            <a:stCxn id="12" idx="0"/>
            <a:endCxn id="35" idx="2"/>
          </p:cNvCxnSpPr>
          <p:nvPr/>
        </p:nvCxnSpPr>
        <p:spPr>
          <a:xfrm flipV="1">
            <a:off x="5270011" y="2083896"/>
            <a:ext cx="825989" cy="1263976"/>
          </a:xfrm>
          <a:prstGeom prst="straightConnector1">
            <a:avLst/>
          </a:prstGeom>
          <a:ln w="1905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文本框 50">
            <a:extLst>
              <a:ext uri="{FF2B5EF4-FFF2-40B4-BE49-F238E27FC236}">
                <a16:creationId xmlns:a16="http://schemas.microsoft.com/office/drawing/2014/main" id="{417A9A63-9137-8D6D-14BF-ED9866AE08B5}"/>
              </a:ext>
            </a:extLst>
          </p:cNvPr>
          <p:cNvSpPr txBox="1"/>
          <p:nvPr/>
        </p:nvSpPr>
        <p:spPr>
          <a:xfrm>
            <a:off x="5250495" y="1945395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×0.5</a:t>
            </a:r>
            <a:endParaRPr lang="zh-CN" altLang="en-US" sz="1200" dirty="0"/>
          </a:p>
        </p:txBody>
      </p:sp>
      <p:sp>
        <p:nvSpPr>
          <p:cNvPr id="52" name="文本框 51">
            <a:extLst>
              <a:ext uri="{FF2B5EF4-FFF2-40B4-BE49-F238E27FC236}">
                <a16:creationId xmlns:a16="http://schemas.microsoft.com/office/drawing/2014/main" id="{859A6F0B-4DB7-0C87-0004-60D22516923E}"/>
              </a:ext>
            </a:extLst>
          </p:cNvPr>
          <p:cNvSpPr txBox="1"/>
          <p:nvPr/>
        </p:nvSpPr>
        <p:spPr>
          <a:xfrm>
            <a:off x="5250495" y="2212120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3" name="文本框 52">
            <a:extLst>
              <a:ext uri="{FF2B5EF4-FFF2-40B4-BE49-F238E27FC236}">
                <a16:creationId xmlns:a16="http://schemas.microsoft.com/office/drawing/2014/main" id="{C1243423-5F76-36CE-196B-3EFC7B56A3A5}"/>
              </a:ext>
            </a:extLst>
          </p:cNvPr>
          <p:cNvSpPr txBox="1"/>
          <p:nvPr/>
        </p:nvSpPr>
        <p:spPr>
          <a:xfrm>
            <a:off x="5249123" y="2559990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×0.2</a:t>
            </a:r>
            <a:endParaRPr lang="zh-CN" altLang="en-US" sz="1200" dirty="0"/>
          </a:p>
        </p:txBody>
      </p:sp>
      <p:sp>
        <p:nvSpPr>
          <p:cNvPr id="54" name="文本框 53">
            <a:extLst>
              <a:ext uri="{FF2B5EF4-FFF2-40B4-BE49-F238E27FC236}">
                <a16:creationId xmlns:a16="http://schemas.microsoft.com/office/drawing/2014/main" id="{B33E3874-EBEE-95E6-5505-F232BD05BC67}"/>
              </a:ext>
            </a:extLst>
          </p:cNvPr>
          <p:cNvSpPr txBox="1"/>
          <p:nvPr/>
        </p:nvSpPr>
        <p:spPr>
          <a:xfrm>
            <a:off x="5251474" y="2967809"/>
            <a:ext cx="51462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×0.1</a:t>
            </a:r>
            <a:endParaRPr lang="zh-CN" altLang="en-US" sz="1200" dirty="0"/>
          </a:p>
        </p:txBody>
      </p:sp>
      <p:sp>
        <p:nvSpPr>
          <p:cNvPr id="2" name="文本框 1">
            <a:extLst>
              <a:ext uri="{FF2B5EF4-FFF2-40B4-BE49-F238E27FC236}">
                <a16:creationId xmlns:a16="http://schemas.microsoft.com/office/drawing/2014/main" id="{0E14822A-941D-C123-C465-A41473EB7D70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Transformer</a:t>
            </a:r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中的注意力机制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159537249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67C61-1843-BF3C-E642-C25A3BA516A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矩形: 圆角 45">
            <a:extLst>
              <a:ext uri="{FF2B5EF4-FFF2-40B4-BE49-F238E27FC236}">
                <a16:creationId xmlns:a16="http://schemas.microsoft.com/office/drawing/2014/main" id="{BFE39099-0B5F-07FA-0867-EB564DD17A37}"/>
              </a:ext>
            </a:extLst>
          </p:cNvPr>
          <p:cNvSpPr/>
          <p:nvPr/>
        </p:nvSpPr>
        <p:spPr>
          <a:xfrm>
            <a:off x="216385" y="750113"/>
            <a:ext cx="5221154" cy="4492792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0" name="矩形: 圆角 209">
            <a:extLst>
              <a:ext uri="{FF2B5EF4-FFF2-40B4-BE49-F238E27FC236}">
                <a16:creationId xmlns:a16="http://schemas.microsoft.com/office/drawing/2014/main" id="{07C33270-6692-BBBC-0BDC-3D0CAEF29F62}"/>
              </a:ext>
            </a:extLst>
          </p:cNvPr>
          <p:cNvSpPr/>
          <p:nvPr/>
        </p:nvSpPr>
        <p:spPr>
          <a:xfrm>
            <a:off x="951593" y="986274"/>
            <a:ext cx="1432313" cy="1607830"/>
          </a:xfrm>
          <a:prstGeom prst="roundRect">
            <a:avLst>
              <a:gd name="adj" fmla="val 5718"/>
            </a:avLst>
          </a:prstGeom>
          <a:solidFill>
            <a:schemeClr val="accent3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160" name="表格 159">
            <a:extLst>
              <a:ext uri="{FF2B5EF4-FFF2-40B4-BE49-F238E27FC236}">
                <a16:creationId xmlns:a16="http://schemas.microsoft.com/office/drawing/2014/main" id="{DA47252B-11F0-D851-018B-FEA87B4226F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42976700"/>
              </p:ext>
            </p:extLst>
          </p:nvPr>
        </p:nvGraphicFramePr>
        <p:xfrm>
          <a:off x="1022465" y="1035729"/>
          <a:ext cx="1292310" cy="1409496"/>
        </p:xfrm>
        <a:graphic>
          <a:graphicData uri="http://schemas.openxmlformats.org/drawingml/2006/table">
            <a:tbl>
              <a:tblPr firstRow="1" bandRow="1"/>
              <a:tblGrid>
                <a:gridCol w="215385">
                  <a:extLst>
                    <a:ext uri="{9D8B030D-6E8A-4147-A177-3AD203B41FA5}">
                      <a16:colId xmlns:a16="http://schemas.microsoft.com/office/drawing/2014/main" val="308978146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26279513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3626858463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1413863860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569485071"/>
                    </a:ext>
                  </a:extLst>
                </a:gridCol>
                <a:gridCol w="215385">
                  <a:extLst>
                    <a:ext uri="{9D8B030D-6E8A-4147-A177-3AD203B41FA5}">
                      <a16:colId xmlns:a16="http://schemas.microsoft.com/office/drawing/2014/main" val="2369762568"/>
                    </a:ext>
                  </a:extLst>
                </a:gridCol>
              </a:tblGrid>
              <a:tr h="228000">
                <a:tc>
                  <a:txBody>
                    <a:bodyPr/>
                    <a:lstStyle/>
                    <a:p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209112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H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800" dirty="0"/>
                        <a:t>0.4</a:t>
                      </a:r>
                      <a:endParaRPr lang="zh-CN" altLang="en-US" sz="8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0.2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700" dirty="0"/>
                        <a:t>0.1</a:t>
                      </a:r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accent4">
                        <a:lumMod val="60000"/>
                        <a:lumOff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466789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E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907557620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4911025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L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/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353739209"/>
                  </a:ext>
                </a:extLst>
              </a:tr>
              <a:tr h="228000">
                <a:tc>
                  <a:txBody>
                    <a:bodyPr/>
                    <a:lstStyle/>
                    <a:p>
                      <a:r>
                        <a:rPr lang="en-US" altLang="zh-CN" sz="1300" dirty="0"/>
                        <a:t>O</a:t>
                      </a:r>
                      <a:endParaRPr lang="zh-CN" altLang="en-US" sz="1300" dirty="0"/>
                    </a:p>
                  </a:txBody>
                  <a:tcPr marL="36800" marR="36800" marT="18398" marB="18398">
                    <a:lnL w="12700" cmpd="sng">
                      <a:noFill/>
                      <a:prstDash val="soli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mpd="sng">
                      <a:noFill/>
                      <a:prstDash val="soli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/>
                    </a:p>
                  </a:txBody>
                  <a:tcPr marL="36800" marR="36800" marT="18398" marB="18398"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zh-CN" altLang="en-US" sz="700" dirty="0"/>
                    </a:p>
                  </a:txBody>
                  <a:tcPr marL="36800" marR="36800" marT="18398" marB="18398" anchor="ctr"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18770274"/>
                  </a:ext>
                </a:extLst>
              </a:tr>
            </a:tbl>
          </a:graphicData>
        </a:graphic>
      </p:graphicFrame>
      <p:sp>
        <p:nvSpPr>
          <p:cNvPr id="176" name="矩形: 圆角 175">
            <a:extLst>
              <a:ext uri="{FF2B5EF4-FFF2-40B4-BE49-F238E27FC236}">
                <a16:creationId xmlns:a16="http://schemas.microsoft.com/office/drawing/2014/main" id="{90AD1BE7-1FA6-B653-E0E3-442165BE5F8F}"/>
              </a:ext>
            </a:extLst>
          </p:cNvPr>
          <p:cNvSpPr/>
          <p:nvPr/>
        </p:nvSpPr>
        <p:spPr>
          <a:xfrm rot="5400000">
            <a:off x="2843722" y="5382055"/>
            <a:ext cx="88132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7" name="矩形: 圆角 176">
            <a:extLst>
              <a:ext uri="{FF2B5EF4-FFF2-40B4-BE49-F238E27FC236}">
                <a16:creationId xmlns:a16="http://schemas.microsoft.com/office/drawing/2014/main" id="{3732D9DC-7E4A-48BD-15F4-A36422123525}"/>
              </a:ext>
            </a:extLst>
          </p:cNvPr>
          <p:cNvSpPr/>
          <p:nvPr/>
        </p:nvSpPr>
        <p:spPr>
          <a:xfrm rot="5400000">
            <a:off x="2843721" y="555384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8" name="矩形: 圆角 177">
            <a:extLst>
              <a:ext uri="{FF2B5EF4-FFF2-40B4-BE49-F238E27FC236}">
                <a16:creationId xmlns:a16="http://schemas.microsoft.com/office/drawing/2014/main" id="{9AF89B3C-8EC0-F584-FF59-94FAD411FDA4}"/>
              </a:ext>
            </a:extLst>
          </p:cNvPr>
          <p:cNvSpPr/>
          <p:nvPr/>
        </p:nvSpPr>
        <p:spPr>
          <a:xfrm rot="5400000">
            <a:off x="2843721" y="573165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79" name="矩形: 圆角 178">
            <a:extLst>
              <a:ext uri="{FF2B5EF4-FFF2-40B4-BE49-F238E27FC236}">
                <a16:creationId xmlns:a16="http://schemas.microsoft.com/office/drawing/2014/main" id="{216AA024-DDF7-C8A2-E71E-6A295AB9BC63}"/>
              </a:ext>
            </a:extLst>
          </p:cNvPr>
          <p:cNvSpPr/>
          <p:nvPr/>
        </p:nvSpPr>
        <p:spPr>
          <a:xfrm rot="5400000">
            <a:off x="2843721" y="590961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0" name="矩形: 圆角 179">
            <a:extLst>
              <a:ext uri="{FF2B5EF4-FFF2-40B4-BE49-F238E27FC236}">
                <a16:creationId xmlns:a16="http://schemas.microsoft.com/office/drawing/2014/main" id="{D2E61729-1380-19CA-F25C-AF54CF88031D}"/>
              </a:ext>
            </a:extLst>
          </p:cNvPr>
          <p:cNvSpPr/>
          <p:nvPr/>
        </p:nvSpPr>
        <p:spPr>
          <a:xfrm rot="5400000">
            <a:off x="2843721" y="608798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81" name="矩形: 圆角 180">
            <a:extLst>
              <a:ext uri="{FF2B5EF4-FFF2-40B4-BE49-F238E27FC236}">
                <a16:creationId xmlns:a16="http://schemas.microsoft.com/office/drawing/2014/main" id="{0883C6DE-B1AB-ABF6-89EE-F58D4587B5B7}"/>
              </a:ext>
            </a:extLst>
          </p:cNvPr>
          <p:cNvSpPr/>
          <p:nvPr/>
        </p:nvSpPr>
        <p:spPr>
          <a:xfrm>
            <a:off x="2500437" y="561524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/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𝑄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@</m:t>
                          </m:r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b="0" i="1" smtClean="0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  <a:cs typeface="Times New Roman" panose="020206030504050203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600" dirty="0">
                  <a:solidFill>
                    <a:sysClr val="windowText" lastClr="000000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195" name="矩形: 圆角 194">
                <a:extLst>
                  <a:ext uri="{FF2B5EF4-FFF2-40B4-BE49-F238E27FC236}">
                    <a16:creationId xmlns:a16="http://schemas.microsoft.com/office/drawing/2014/main" id="{5175FD4C-443E-021C-82EC-40B6D5A4D94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392979" y="3020941"/>
                <a:ext cx="546721" cy="301499"/>
              </a:xfrm>
              <a:prstGeom prst="roundRect">
                <a:avLst/>
              </a:prstGeom>
              <a:blipFill>
                <a:blip r:embed="rId3"/>
                <a:stretch>
                  <a:fillRect l="-444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196" name="连接符: 肘形 195">
            <a:extLst>
              <a:ext uri="{FF2B5EF4-FFF2-40B4-BE49-F238E27FC236}">
                <a16:creationId xmlns:a16="http://schemas.microsoft.com/office/drawing/2014/main" id="{D63FE388-F6FE-BBE8-DCEA-84F1B929DC2D}"/>
              </a:ext>
            </a:extLst>
          </p:cNvPr>
          <p:cNvCxnSpPr>
            <a:cxnSpLocks/>
            <a:stCxn id="59" idx="0"/>
            <a:endCxn id="195" idx="1"/>
          </p:cNvCxnSpPr>
          <p:nvPr/>
        </p:nvCxnSpPr>
        <p:spPr>
          <a:xfrm rot="5400000" flipH="1" flipV="1">
            <a:off x="973452" y="3278820"/>
            <a:ext cx="526655" cy="312399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99" name="连接符: 肘形 198">
            <a:extLst>
              <a:ext uri="{FF2B5EF4-FFF2-40B4-BE49-F238E27FC236}">
                <a16:creationId xmlns:a16="http://schemas.microsoft.com/office/drawing/2014/main" id="{30FA0470-C218-47A5-D28C-F854BB3444C6}"/>
              </a:ext>
            </a:extLst>
          </p:cNvPr>
          <p:cNvCxnSpPr>
            <a:cxnSpLocks/>
            <a:stCxn id="94" idx="0"/>
            <a:endCxn id="195" idx="3"/>
          </p:cNvCxnSpPr>
          <p:nvPr/>
        </p:nvCxnSpPr>
        <p:spPr>
          <a:xfrm rot="10800000">
            <a:off x="1939701" y="3171691"/>
            <a:ext cx="467783" cy="730022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02" name="连接符: 肘形 201">
            <a:extLst>
              <a:ext uri="{FF2B5EF4-FFF2-40B4-BE49-F238E27FC236}">
                <a16:creationId xmlns:a16="http://schemas.microsoft.com/office/drawing/2014/main" id="{99D56059-5F91-43A3-0D67-31E77D34BAF1}"/>
              </a:ext>
            </a:extLst>
          </p:cNvPr>
          <p:cNvCxnSpPr>
            <a:cxnSpLocks/>
            <a:stCxn id="195" idx="0"/>
            <a:endCxn id="210" idx="2"/>
          </p:cNvCxnSpPr>
          <p:nvPr/>
        </p:nvCxnSpPr>
        <p:spPr>
          <a:xfrm rot="5400000" flipH="1" flipV="1">
            <a:off x="1453627" y="2806818"/>
            <a:ext cx="426837" cy="1410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6" name="文本框 205">
            <a:extLst>
              <a:ext uri="{FF2B5EF4-FFF2-40B4-BE49-F238E27FC236}">
                <a16:creationId xmlns:a16="http://schemas.microsoft.com/office/drawing/2014/main" id="{C11B4655-B5E1-3BE6-C94A-92CEE0A6BCBF}"/>
              </a:ext>
            </a:extLst>
          </p:cNvPr>
          <p:cNvSpPr txBox="1"/>
          <p:nvPr/>
        </p:nvSpPr>
        <p:spPr>
          <a:xfrm>
            <a:off x="1281893" y="2663325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11" name="文本框 210">
            <a:extLst>
              <a:ext uri="{FF2B5EF4-FFF2-40B4-BE49-F238E27FC236}">
                <a16:creationId xmlns:a16="http://schemas.microsoft.com/office/drawing/2014/main" id="{B3961EAF-A6E9-AA89-4B4C-4D1439716945}"/>
              </a:ext>
            </a:extLst>
          </p:cNvPr>
          <p:cNvSpPr txBox="1"/>
          <p:nvPr/>
        </p:nvSpPr>
        <p:spPr>
          <a:xfrm>
            <a:off x="625164" y="1303853"/>
            <a:ext cx="317790" cy="116955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注意力矩阵</a:t>
            </a:r>
          </a:p>
        </p:txBody>
      </p:sp>
      <p:cxnSp>
        <p:nvCxnSpPr>
          <p:cNvPr id="227" name="连接符: 肘形 226">
            <a:extLst>
              <a:ext uri="{FF2B5EF4-FFF2-40B4-BE49-F238E27FC236}">
                <a16:creationId xmlns:a16="http://schemas.microsoft.com/office/drawing/2014/main" id="{C5FD20A3-1B11-EB92-585A-70A49AC19798}"/>
              </a:ext>
            </a:extLst>
          </p:cNvPr>
          <p:cNvCxnSpPr>
            <a:cxnSpLocks/>
            <a:stCxn id="210" idx="3"/>
            <a:endCxn id="276" idx="1"/>
          </p:cNvCxnSpPr>
          <p:nvPr/>
        </p:nvCxnSpPr>
        <p:spPr>
          <a:xfrm flipV="1">
            <a:off x="2383906" y="1789195"/>
            <a:ext cx="1260293" cy="99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2" name="连接符: 肘形 231">
            <a:extLst>
              <a:ext uri="{FF2B5EF4-FFF2-40B4-BE49-F238E27FC236}">
                <a16:creationId xmlns:a16="http://schemas.microsoft.com/office/drawing/2014/main" id="{B463A434-4052-0D15-1F38-E9DE776BE1A5}"/>
              </a:ext>
            </a:extLst>
          </p:cNvPr>
          <p:cNvCxnSpPr>
            <a:cxnSpLocks/>
            <a:stCxn id="128" idx="0"/>
            <a:endCxn id="276" idx="2"/>
          </p:cNvCxnSpPr>
          <p:nvPr/>
        </p:nvCxnSpPr>
        <p:spPr>
          <a:xfrm rot="16200000" flipV="1">
            <a:off x="3589339" y="2819794"/>
            <a:ext cx="1764117" cy="44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/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S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𝑜𝑓𝑡𝑀𝑎𝑥</m:t>
                      </m:r>
                      <m:d>
                        <m:d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@</m:t>
                              </m:r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𝐾</m:t>
                              </m:r>
                            </m:e>
                            <m:sup>
                              <m:r>
                                <a:rPr lang="en-US" altLang="zh-CN" sz="1200" i="1">
                                  <a:solidFill>
                                    <a:sysClr val="windowText" lastClr="000000"/>
                                  </a:solidFill>
                                  <a:latin typeface="Cambria Math" panose="02040503050406030204" pitchFamily="18" charset="0"/>
                                </a:rPr>
                                <m:t>𝑇</m:t>
                              </m:r>
                            </m:sup>
                          </m:sSup>
                        </m:e>
                      </m:d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 @ 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6" name="矩形: 圆角 275">
                <a:extLst>
                  <a:ext uri="{FF2B5EF4-FFF2-40B4-BE49-F238E27FC236}">
                    <a16:creationId xmlns:a16="http://schemas.microsoft.com/office/drawing/2014/main" id="{69E9EE1C-1E84-EDB3-E0BA-1232D1F241F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644199" y="1638445"/>
                <a:ext cx="1649978" cy="301499"/>
              </a:xfrm>
              <a:prstGeom prst="round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文本框 22">
            <a:extLst>
              <a:ext uri="{FF2B5EF4-FFF2-40B4-BE49-F238E27FC236}">
                <a16:creationId xmlns:a16="http://schemas.microsoft.com/office/drawing/2014/main" id="{8A743A0E-DBAC-6B2A-BF19-336B402C7D9B}"/>
              </a:ext>
            </a:extLst>
          </p:cNvPr>
          <p:cNvSpPr txBox="1"/>
          <p:nvPr/>
        </p:nvSpPr>
        <p:spPr>
          <a:xfrm>
            <a:off x="2337269" y="555553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51" name="矩形: 圆角 175">
            <a:extLst>
              <a:ext uri="{FF2B5EF4-FFF2-40B4-BE49-F238E27FC236}">
                <a16:creationId xmlns:a16="http://schemas.microsoft.com/office/drawing/2014/main" id="{1E0D6BC8-D129-8948-784D-C2C34A3D4C07}"/>
              </a:ext>
            </a:extLst>
          </p:cNvPr>
          <p:cNvSpPr/>
          <p:nvPr/>
        </p:nvSpPr>
        <p:spPr>
          <a:xfrm rot="5400000">
            <a:off x="1036515" y="363716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4" name="矩形: 圆角 176">
            <a:extLst>
              <a:ext uri="{FF2B5EF4-FFF2-40B4-BE49-F238E27FC236}">
                <a16:creationId xmlns:a16="http://schemas.microsoft.com/office/drawing/2014/main" id="{A5D2DD11-F526-C381-14FF-1FC8205881A5}"/>
              </a:ext>
            </a:extLst>
          </p:cNvPr>
          <p:cNvSpPr/>
          <p:nvPr/>
        </p:nvSpPr>
        <p:spPr>
          <a:xfrm rot="5400000">
            <a:off x="1036514" y="3808952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5" name="矩形: 圆角 177">
            <a:extLst>
              <a:ext uri="{FF2B5EF4-FFF2-40B4-BE49-F238E27FC236}">
                <a16:creationId xmlns:a16="http://schemas.microsoft.com/office/drawing/2014/main" id="{3DDA8379-951A-75EB-4967-85AD3866FEAD}"/>
              </a:ext>
            </a:extLst>
          </p:cNvPr>
          <p:cNvSpPr/>
          <p:nvPr/>
        </p:nvSpPr>
        <p:spPr>
          <a:xfrm rot="5400000">
            <a:off x="1036514" y="3986764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7" name="矩形: 圆角 178">
            <a:extLst>
              <a:ext uri="{FF2B5EF4-FFF2-40B4-BE49-F238E27FC236}">
                <a16:creationId xmlns:a16="http://schemas.microsoft.com/office/drawing/2014/main" id="{FAA645D1-98D9-B59B-1BF4-3324F1D7A03A}"/>
              </a:ext>
            </a:extLst>
          </p:cNvPr>
          <p:cNvSpPr/>
          <p:nvPr/>
        </p:nvSpPr>
        <p:spPr>
          <a:xfrm rot="5400000">
            <a:off x="1036514" y="4164725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8" name="矩形: 圆角 179">
            <a:extLst>
              <a:ext uri="{FF2B5EF4-FFF2-40B4-BE49-F238E27FC236}">
                <a16:creationId xmlns:a16="http://schemas.microsoft.com/office/drawing/2014/main" id="{702908AF-8444-518A-27EF-B8FCB8706F2E}"/>
              </a:ext>
            </a:extLst>
          </p:cNvPr>
          <p:cNvSpPr/>
          <p:nvPr/>
        </p:nvSpPr>
        <p:spPr>
          <a:xfrm rot="5400000">
            <a:off x="1036514" y="434308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59" name="矩形: 圆角 180">
            <a:extLst>
              <a:ext uri="{FF2B5EF4-FFF2-40B4-BE49-F238E27FC236}">
                <a16:creationId xmlns:a16="http://schemas.microsoft.com/office/drawing/2014/main" id="{08A237CF-0393-8C02-8B21-E5A8904B19B4}"/>
              </a:ext>
            </a:extLst>
          </p:cNvPr>
          <p:cNvSpPr/>
          <p:nvPr/>
        </p:nvSpPr>
        <p:spPr>
          <a:xfrm>
            <a:off x="871589" y="369834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60" name="文本框 59">
            <a:extLst>
              <a:ext uri="{FF2B5EF4-FFF2-40B4-BE49-F238E27FC236}">
                <a16:creationId xmlns:a16="http://schemas.microsoft.com/office/drawing/2014/main" id="{F5FDA7EE-1176-3261-BE48-6A9D3CFF80F3}"/>
              </a:ext>
            </a:extLst>
          </p:cNvPr>
          <p:cNvSpPr txBox="1"/>
          <p:nvPr/>
        </p:nvSpPr>
        <p:spPr>
          <a:xfrm>
            <a:off x="708421" y="3638629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62" name="矩形: 圆角 175">
            <a:extLst>
              <a:ext uri="{FF2B5EF4-FFF2-40B4-BE49-F238E27FC236}">
                <a16:creationId xmlns:a16="http://schemas.microsoft.com/office/drawing/2014/main" id="{D021CDE1-12EB-B9C9-9C2B-4FAA48FF932F}"/>
              </a:ext>
            </a:extLst>
          </p:cNvPr>
          <p:cNvSpPr/>
          <p:nvPr/>
        </p:nvSpPr>
        <p:spPr>
          <a:xfrm rot="5400000">
            <a:off x="1510279" y="3635993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3" name="矩形: 圆角 175">
            <a:extLst>
              <a:ext uri="{FF2B5EF4-FFF2-40B4-BE49-F238E27FC236}">
                <a16:creationId xmlns:a16="http://schemas.microsoft.com/office/drawing/2014/main" id="{B51F7A05-BDE4-6EE9-028B-AA9E9D38E647}"/>
              </a:ext>
            </a:extLst>
          </p:cNvPr>
          <p:cNvSpPr/>
          <p:nvPr/>
        </p:nvSpPr>
        <p:spPr>
          <a:xfrm rot="5400000">
            <a:off x="1510279" y="381061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4" name="矩形: 圆角 175">
            <a:extLst>
              <a:ext uri="{FF2B5EF4-FFF2-40B4-BE49-F238E27FC236}">
                <a16:creationId xmlns:a16="http://schemas.microsoft.com/office/drawing/2014/main" id="{808B0FDA-3D69-1E2C-6A5D-34BEBCF4939F}"/>
              </a:ext>
            </a:extLst>
          </p:cNvPr>
          <p:cNvSpPr/>
          <p:nvPr/>
        </p:nvSpPr>
        <p:spPr>
          <a:xfrm rot="5400000">
            <a:off x="1503929" y="3982070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5" name="矩形: 圆角 175">
            <a:extLst>
              <a:ext uri="{FF2B5EF4-FFF2-40B4-BE49-F238E27FC236}">
                <a16:creationId xmlns:a16="http://schemas.microsoft.com/office/drawing/2014/main" id="{A49136E3-D756-0568-9FFB-D88E1AA09A66}"/>
              </a:ext>
            </a:extLst>
          </p:cNvPr>
          <p:cNvSpPr/>
          <p:nvPr/>
        </p:nvSpPr>
        <p:spPr>
          <a:xfrm rot="5400000">
            <a:off x="1510279" y="4163046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66" name="矩形: 圆角 175">
            <a:extLst>
              <a:ext uri="{FF2B5EF4-FFF2-40B4-BE49-F238E27FC236}">
                <a16:creationId xmlns:a16="http://schemas.microsoft.com/office/drawing/2014/main" id="{406A7680-84B9-538A-63B3-7FC0255B3A52}"/>
              </a:ext>
            </a:extLst>
          </p:cNvPr>
          <p:cNvSpPr/>
          <p:nvPr/>
        </p:nvSpPr>
        <p:spPr>
          <a:xfrm rot="5400000">
            <a:off x="1510279" y="43406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75" name="矩形: 圆角 180">
            <a:extLst>
              <a:ext uri="{FF2B5EF4-FFF2-40B4-BE49-F238E27FC236}">
                <a16:creationId xmlns:a16="http://schemas.microsoft.com/office/drawing/2014/main" id="{8C198C90-F9CE-B710-4694-A6538B006837}"/>
              </a:ext>
            </a:extLst>
          </p:cNvPr>
          <p:cNvSpPr/>
          <p:nvPr/>
        </p:nvSpPr>
        <p:spPr>
          <a:xfrm>
            <a:off x="1333869" y="37015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1" name="矩形: 圆角 175">
            <a:extLst>
              <a:ext uri="{FF2B5EF4-FFF2-40B4-BE49-F238E27FC236}">
                <a16:creationId xmlns:a16="http://schemas.microsoft.com/office/drawing/2014/main" id="{A0A9820C-3E6A-258E-E0C7-EF3A8537851E}"/>
              </a:ext>
            </a:extLst>
          </p:cNvPr>
          <p:cNvSpPr/>
          <p:nvPr/>
        </p:nvSpPr>
        <p:spPr>
          <a:xfrm>
            <a:off x="2466271" y="3740347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2" name="矩形: 圆角 176">
            <a:extLst>
              <a:ext uri="{FF2B5EF4-FFF2-40B4-BE49-F238E27FC236}">
                <a16:creationId xmlns:a16="http://schemas.microsoft.com/office/drawing/2014/main" id="{8FE95561-F4A6-127D-4FDA-386F5E3A0632}"/>
              </a:ext>
            </a:extLst>
          </p:cNvPr>
          <p:cNvSpPr/>
          <p:nvPr/>
        </p:nvSpPr>
        <p:spPr>
          <a:xfrm>
            <a:off x="2634272" y="374034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3" name="矩形: 圆角 177">
            <a:extLst>
              <a:ext uri="{FF2B5EF4-FFF2-40B4-BE49-F238E27FC236}">
                <a16:creationId xmlns:a16="http://schemas.microsoft.com/office/drawing/2014/main" id="{1FD890E5-BDF7-2FE8-CAD8-E13DF9821FB4}"/>
              </a:ext>
            </a:extLst>
          </p:cNvPr>
          <p:cNvSpPr/>
          <p:nvPr/>
        </p:nvSpPr>
        <p:spPr>
          <a:xfrm>
            <a:off x="2822252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4" name="矩形: 圆角 178">
            <a:extLst>
              <a:ext uri="{FF2B5EF4-FFF2-40B4-BE49-F238E27FC236}">
                <a16:creationId xmlns:a16="http://schemas.microsoft.com/office/drawing/2014/main" id="{B587A439-EC60-1518-63F8-8C510989C853}"/>
              </a:ext>
            </a:extLst>
          </p:cNvPr>
          <p:cNvSpPr/>
          <p:nvPr/>
        </p:nvSpPr>
        <p:spPr>
          <a:xfrm>
            <a:off x="2996875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6" name="矩形: 圆角 179">
            <a:extLst>
              <a:ext uri="{FF2B5EF4-FFF2-40B4-BE49-F238E27FC236}">
                <a16:creationId xmlns:a16="http://schemas.microsoft.com/office/drawing/2014/main" id="{A6001056-52D0-A2C7-DEAF-E6E8C7C16C16}"/>
              </a:ext>
            </a:extLst>
          </p:cNvPr>
          <p:cNvSpPr/>
          <p:nvPr/>
        </p:nvSpPr>
        <p:spPr>
          <a:xfrm>
            <a:off x="3174523" y="3740347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87" name="矩形: 圆角 180">
            <a:extLst>
              <a:ext uri="{FF2B5EF4-FFF2-40B4-BE49-F238E27FC236}">
                <a16:creationId xmlns:a16="http://schemas.microsoft.com/office/drawing/2014/main" id="{A32265A2-3553-8311-2949-F394DA5189AF}"/>
              </a:ext>
            </a:extLst>
          </p:cNvPr>
          <p:cNvSpPr/>
          <p:nvPr/>
        </p:nvSpPr>
        <p:spPr>
          <a:xfrm rot="16200000">
            <a:off x="2658336" y="3907423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4" name="矩形: 圆角 180">
            <a:extLst>
              <a:ext uri="{FF2B5EF4-FFF2-40B4-BE49-F238E27FC236}">
                <a16:creationId xmlns:a16="http://schemas.microsoft.com/office/drawing/2014/main" id="{AC6B57FB-FB0C-D57F-268D-A33A702F6DDD}"/>
              </a:ext>
            </a:extLst>
          </p:cNvPr>
          <p:cNvSpPr/>
          <p:nvPr/>
        </p:nvSpPr>
        <p:spPr>
          <a:xfrm rot="16200000">
            <a:off x="2656565" y="3443639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5" name="矩形: 圆角 175">
            <a:extLst>
              <a:ext uri="{FF2B5EF4-FFF2-40B4-BE49-F238E27FC236}">
                <a16:creationId xmlns:a16="http://schemas.microsoft.com/office/drawing/2014/main" id="{DF927D71-4AB5-2693-6DD3-9150628EAF48}"/>
              </a:ext>
            </a:extLst>
          </p:cNvPr>
          <p:cNvSpPr/>
          <p:nvPr/>
        </p:nvSpPr>
        <p:spPr>
          <a:xfrm>
            <a:off x="2469683" y="420872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6" name="矩形: 圆角 176">
            <a:extLst>
              <a:ext uri="{FF2B5EF4-FFF2-40B4-BE49-F238E27FC236}">
                <a16:creationId xmlns:a16="http://schemas.microsoft.com/office/drawing/2014/main" id="{6EA5EC54-A259-9C6D-49FF-8B58135E2941}"/>
              </a:ext>
            </a:extLst>
          </p:cNvPr>
          <p:cNvSpPr/>
          <p:nvPr/>
        </p:nvSpPr>
        <p:spPr>
          <a:xfrm>
            <a:off x="2637684" y="4208721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7" name="矩形: 圆角 177">
            <a:extLst>
              <a:ext uri="{FF2B5EF4-FFF2-40B4-BE49-F238E27FC236}">
                <a16:creationId xmlns:a16="http://schemas.microsoft.com/office/drawing/2014/main" id="{DADA05E1-359A-A86A-DA9D-08B9BBE1A3BD}"/>
              </a:ext>
            </a:extLst>
          </p:cNvPr>
          <p:cNvSpPr/>
          <p:nvPr/>
        </p:nvSpPr>
        <p:spPr>
          <a:xfrm>
            <a:off x="2825664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8" name="矩形: 圆角 178">
            <a:extLst>
              <a:ext uri="{FF2B5EF4-FFF2-40B4-BE49-F238E27FC236}">
                <a16:creationId xmlns:a16="http://schemas.microsoft.com/office/drawing/2014/main" id="{32A11965-7E68-DCAD-8E97-241A564339BF}"/>
              </a:ext>
            </a:extLst>
          </p:cNvPr>
          <p:cNvSpPr/>
          <p:nvPr/>
        </p:nvSpPr>
        <p:spPr>
          <a:xfrm>
            <a:off x="3000287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99" name="矩形: 圆角 179">
            <a:extLst>
              <a:ext uri="{FF2B5EF4-FFF2-40B4-BE49-F238E27FC236}">
                <a16:creationId xmlns:a16="http://schemas.microsoft.com/office/drawing/2014/main" id="{61B14EA1-35FD-F9BD-AEB5-DEE458D0A8B9}"/>
              </a:ext>
            </a:extLst>
          </p:cNvPr>
          <p:cNvSpPr/>
          <p:nvPr/>
        </p:nvSpPr>
        <p:spPr>
          <a:xfrm>
            <a:off x="3177935" y="4208721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03" name="文本框 102">
            <a:extLst>
              <a:ext uri="{FF2B5EF4-FFF2-40B4-BE49-F238E27FC236}">
                <a16:creationId xmlns:a16="http://schemas.microsoft.com/office/drawing/2014/main" id="{4ADADE94-ABA7-227F-FE3E-CF1F1C3C343B}"/>
              </a:ext>
            </a:extLst>
          </p:cNvPr>
          <p:cNvSpPr txBox="1"/>
          <p:nvPr/>
        </p:nvSpPr>
        <p:spPr>
          <a:xfrm>
            <a:off x="2349930" y="4535376"/>
            <a:ext cx="103724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  E  L  L  O</a:t>
            </a:r>
            <a:endParaRPr lang="zh-CN" altLang="en-US" sz="1200" dirty="0"/>
          </a:p>
        </p:txBody>
      </p:sp>
      <p:sp>
        <p:nvSpPr>
          <p:cNvPr id="104" name="文本框 103">
            <a:extLst>
              <a:ext uri="{FF2B5EF4-FFF2-40B4-BE49-F238E27FC236}">
                <a16:creationId xmlns:a16="http://schemas.microsoft.com/office/drawing/2014/main" id="{1357D86A-661D-707D-A35D-D7ED0600BC51}"/>
              </a:ext>
            </a:extLst>
          </p:cNvPr>
          <p:cNvSpPr txBox="1"/>
          <p:nvPr/>
        </p:nvSpPr>
        <p:spPr>
          <a:xfrm>
            <a:off x="86391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05" name="文本框 104">
            <a:extLst>
              <a:ext uri="{FF2B5EF4-FFF2-40B4-BE49-F238E27FC236}">
                <a16:creationId xmlns:a16="http://schemas.microsoft.com/office/drawing/2014/main" id="{E8C47F14-175C-30B2-C2A2-95E7D18880AC}"/>
              </a:ext>
            </a:extLst>
          </p:cNvPr>
          <p:cNvSpPr txBox="1"/>
          <p:nvPr/>
        </p:nvSpPr>
        <p:spPr>
          <a:xfrm>
            <a:off x="1343971" y="463683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08" name="文本框 107">
            <a:extLst>
              <a:ext uri="{FF2B5EF4-FFF2-40B4-BE49-F238E27FC236}">
                <a16:creationId xmlns:a16="http://schemas.microsoft.com/office/drawing/2014/main" id="{F2F5CFFD-E46E-1D30-C3D9-37378021E242}"/>
              </a:ext>
            </a:extLst>
          </p:cNvPr>
          <p:cNvSpPr txBox="1"/>
          <p:nvPr/>
        </p:nvSpPr>
        <p:spPr>
          <a:xfrm>
            <a:off x="3327076" y="376815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16" name="文本框 115">
            <a:extLst>
              <a:ext uri="{FF2B5EF4-FFF2-40B4-BE49-F238E27FC236}">
                <a16:creationId xmlns:a16="http://schemas.microsoft.com/office/drawing/2014/main" id="{BE46C9A3-2909-A9AA-1D68-E2AF95C75817}"/>
              </a:ext>
            </a:extLst>
          </p:cNvPr>
          <p:cNvSpPr txBox="1"/>
          <p:nvPr/>
        </p:nvSpPr>
        <p:spPr>
          <a:xfrm>
            <a:off x="3327076" y="4236783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117" name="矩形: 圆角 175">
            <a:extLst>
              <a:ext uri="{FF2B5EF4-FFF2-40B4-BE49-F238E27FC236}">
                <a16:creationId xmlns:a16="http://schemas.microsoft.com/office/drawing/2014/main" id="{6B73005E-2D10-26F9-D717-CF603C92EF58}"/>
              </a:ext>
            </a:extLst>
          </p:cNvPr>
          <p:cNvSpPr/>
          <p:nvPr/>
        </p:nvSpPr>
        <p:spPr>
          <a:xfrm rot="5400000">
            <a:off x="4429540" y="364287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8" name="矩形: 圆角 176">
            <a:extLst>
              <a:ext uri="{FF2B5EF4-FFF2-40B4-BE49-F238E27FC236}">
                <a16:creationId xmlns:a16="http://schemas.microsoft.com/office/drawing/2014/main" id="{E99A96AF-F75D-2FAF-0C38-62C0DB41017E}"/>
              </a:ext>
            </a:extLst>
          </p:cNvPr>
          <p:cNvSpPr/>
          <p:nvPr/>
        </p:nvSpPr>
        <p:spPr>
          <a:xfrm rot="5400000">
            <a:off x="4429539" y="381466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19" name="矩形: 圆角 177">
            <a:extLst>
              <a:ext uri="{FF2B5EF4-FFF2-40B4-BE49-F238E27FC236}">
                <a16:creationId xmlns:a16="http://schemas.microsoft.com/office/drawing/2014/main" id="{EBC18AEB-4B6F-EFA6-AFD3-900030B709C5}"/>
              </a:ext>
            </a:extLst>
          </p:cNvPr>
          <p:cNvSpPr/>
          <p:nvPr/>
        </p:nvSpPr>
        <p:spPr>
          <a:xfrm rot="5400000">
            <a:off x="4429539" y="399247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0" name="矩形: 圆角 178">
            <a:extLst>
              <a:ext uri="{FF2B5EF4-FFF2-40B4-BE49-F238E27FC236}">
                <a16:creationId xmlns:a16="http://schemas.microsoft.com/office/drawing/2014/main" id="{7F3CD251-284B-BB79-A415-4148A9380229}"/>
              </a:ext>
            </a:extLst>
          </p:cNvPr>
          <p:cNvSpPr/>
          <p:nvPr/>
        </p:nvSpPr>
        <p:spPr>
          <a:xfrm rot="5400000">
            <a:off x="4429539" y="417044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6" name="矩形: 圆角 179">
            <a:extLst>
              <a:ext uri="{FF2B5EF4-FFF2-40B4-BE49-F238E27FC236}">
                <a16:creationId xmlns:a16="http://schemas.microsoft.com/office/drawing/2014/main" id="{C84BD2C4-6851-99E6-A4F2-C33963EFE4AA}"/>
              </a:ext>
            </a:extLst>
          </p:cNvPr>
          <p:cNvSpPr/>
          <p:nvPr/>
        </p:nvSpPr>
        <p:spPr>
          <a:xfrm rot="5400000">
            <a:off x="4429539" y="434880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28" name="矩形: 圆角 180">
            <a:extLst>
              <a:ext uri="{FF2B5EF4-FFF2-40B4-BE49-F238E27FC236}">
                <a16:creationId xmlns:a16="http://schemas.microsoft.com/office/drawing/2014/main" id="{CB751218-1A69-A0D8-8C19-36FF6C2485A5}"/>
              </a:ext>
            </a:extLst>
          </p:cNvPr>
          <p:cNvSpPr/>
          <p:nvPr/>
        </p:nvSpPr>
        <p:spPr>
          <a:xfrm>
            <a:off x="4264614" y="370406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0" name="文本框 129">
            <a:extLst>
              <a:ext uri="{FF2B5EF4-FFF2-40B4-BE49-F238E27FC236}">
                <a16:creationId xmlns:a16="http://schemas.microsoft.com/office/drawing/2014/main" id="{57F7167E-6596-9199-A2CC-82D94CE10341}"/>
              </a:ext>
            </a:extLst>
          </p:cNvPr>
          <p:cNvSpPr txBox="1"/>
          <p:nvPr/>
        </p:nvSpPr>
        <p:spPr>
          <a:xfrm>
            <a:off x="4101446" y="3644344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31" name="矩形: 圆角 175">
            <a:extLst>
              <a:ext uri="{FF2B5EF4-FFF2-40B4-BE49-F238E27FC236}">
                <a16:creationId xmlns:a16="http://schemas.microsoft.com/office/drawing/2014/main" id="{6582A48A-019B-C446-8DCF-47CA1E5EAC7B}"/>
              </a:ext>
            </a:extLst>
          </p:cNvPr>
          <p:cNvSpPr/>
          <p:nvPr/>
        </p:nvSpPr>
        <p:spPr>
          <a:xfrm rot="5400000">
            <a:off x="4903304" y="3641708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2" name="矩形: 圆角 175">
            <a:extLst>
              <a:ext uri="{FF2B5EF4-FFF2-40B4-BE49-F238E27FC236}">
                <a16:creationId xmlns:a16="http://schemas.microsoft.com/office/drawing/2014/main" id="{AA030835-5F96-D71C-246B-96F50E2AE2F3}"/>
              </a:ext>
            </a:extLst>
          </p:cNvPr>
          <p:cNvSpPr/>
          <p:nvPr/>
        </p:nvSpPr>
        <p:spPr>
          <a:xfrm rot="5400000">
            <a:off x="4903304" y="3816334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3" name="矩形: 圆角 175">
            <a:extLst>
              <a:ext uri="{FF2B5EF4-FFF2-40B4-BE49-F238E27FC236}">
                <a16:creationId xmlns:a16="http://schemas.microsoft.com/office/drawing/2014/main" id="{0F34E02C-DEB3-6DC3-B6B1-B626E54FE3DA}"/>
              </a:ext>
            </a:extLst>
          </p:cNvPr>
          <p:cNvSpPr/>
          <p:nvPr/>
        </p:nvSpPr>
        <p:spPr>
          <a:xfrm rot="5400000">
            <a:off x="4896954" y="3987785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4" name="矩形: 圆角 175">
            <a:extLst>
              <a:ext uri="{FF2B5EF4-FFF2-40B4-BE49-F238E27FC236}">
                <a16:creationId xmlns:a16="http://schemas.microsoft.com/office/drawing/2014/main" id="{D670EA91-666D-4F0F-EB25-207A61EC8A24}"/>
              </a:ext>
            </a:extLst>
          </p:cNvPr>
          <p:cNvSpPr/>
          <p:nvPr/>
        </p:nvSpPr>
        <p:spPr>
          <a:xfrm rot="5400000">
            <a:off x="4903304" y="4168761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5" name="矩形: 圆角 175">
            <a:extLst>
              <a:ext uri="{FF2B5EF4-FFF2-40B4-BE49-F238E27FC236}">
                <a16:creationId xmlns:a16="http://schemas.microsoft.com/office/drawing/2014/main" id="{19A3F838-94B9-E544-1066-B4C853E72584}"/>
              </a:ext>
            </a:extLst>
          </p:cNvPr>
          <p:cNvSpPr/>
          <p:nvPr/>
        </p:nvSpPr>
        <p:spPr>
          <a:xfrm rot="5400000">
            <a:off x="4903304" y="4346349"/>
            <a:ext cx="88132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36" name="矩形: 圆角 180">
            <a:extLst>
              <a:ext uri="{FF2B5EF4-FFF2-40B4-BE49-F238E27FC236}">
                <a16:creationId xmlns:a16="http://schemas.microsoft.com/office/drawing/2014/main" id="{A0C8869D-C64E-0A33-C439-14F404D428DA}"/>
              </a:ext>
            </a:extLst>
          </p:cNvPr>
          <p:cNvSpPr/>
          <p:nvPr/>
        </p:nvSpPr>
        <p:spPr>
          <a:xfrm>
            <a:off x="4726894" y="3707236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37" name="文本框 136">
            <a:extLst>
              <a:ext uri="{FF2B5EF4-FFF2-40B4-BE49-F238E27FC236}">
                <a16:creationId xmlns:a16="http://schemas.microsoft.com/office/drawing/2014/main" id="{A4A54A67-8D14-17DF-8802-AEE01B594279}"/>
              </a:ext>
            </a:extLst>
          </p:cNvPr>
          <p:cNvSpPr txBox="1"/>
          <p:nvPr/>
        </p:nvSpPr>
        <p:spPr>
          <a:xfrm>
            <a:off x="425693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sp>
        <p:nvSpPr>
          <p:cNvPr id="138" name="文本框 137">
            <a:extLst>
              <a:ext uri="{FF2B5EF4-FFF2-40B4-BE49-F238E27FC236}">
                <a16:creationId xmlns:a16="http://schemas.microsoft.com/office/drawing/2014/main" id="{D62BEFB5-9D61-11DD-DDF4-4068FC9BDB6E}"/>
              </a:ext>
            </a:extLst>
          </p:cNvPr>
          <p:cNvSpPr txBox="1"/>
          <p:nvPr/>
        </p:nvSpPr>
        <p:spPr>
          <a:xfrm>
            <a:off x="4736996" y="4642548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cxnSp>
        <p:nvCxnSpPr>
          <p:cNvPr id="140" name="直线箭头连接符 139">
            <a:extLst>
              <a:ext uri="{FF2B5EF4-FFF2-40B4-BE49-F238E27FC236}">
                <a16:creationId xmlns:a16="http://schemas.microsoft.com/office/drawing/2014/main" id="{041D728D-36BC-A1D0-B1B6-7E87CCAD6DCA}"/>
              </a:ext>
            </a:extLst>
          </p:cNvPr>
          <p:cNvCxnSpPr>
            <a:cxnSpLocks/>
            <a:stCxn id="181" idx="0"/>
            <a:endCxn id="248" idx="2"/>
          </p:cNvCxnSpPr>
          <p:nvPr/>
        </p:nvCxnSpPr>
        <p:spPr>
          <a:xfrm flipH="1" flipV="1">
            <a:off x="1312932" y="5080495"/>
            <a:ext cx="1568615" cy="534752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3" name="直线箭头连接符 142">
            <a:extLst>
              <a:ext uri="{FF2B5EF4-FFF2-40B4-BE49-F238E27FC236}">
                <a16:creationId xmlns:a16="http://schemas.microsoft.com/office/drawing/2014/main" id="{192E13D5-11DD-12EC-386F-FB4F333FF67F}"/>
              </a:ext>
            </a:extLst>
          </p:cNvPr>
          <p:cNvCxnSpPr>
            <a:cxnSpLocks/>
            <a:stCxn id="181" idx="0"/>
            <a:endCxn id="255" idx="2"/>
          </p:cNvCxnSpPr>
          <p:nvPr/>
        </p:nvCxnSpPr>
        <p:spPr>
          <a:xfrm flipV="1">
            <a:off x="2881547" y="5089374"/>
            <a:ext cx="1801658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直线箭头连接符 143">
            <a:extLst>
              <a:ext uri="{FF2B5EF4-FFF2-40B4-BE49-F238E27FC236}">
                <a16:creationId xmlns:a16="http://schemas.microsoft.com/office/drawing/2014/main" id="{32B7CB56-944D-A458-9430-2802FED75D38}"/>
              </a:ext>
            </a:extLst>
          </p:cNvPr>
          <p:cNvCxnSpPr>
            <a:cxnSpLocks/>
            <a:stCxn id="181" idx="0"/>
            <a:endCxn id="249" idx="2"/>
          </p:cNvCxnSpPr>
          <p:nvPr/>
        </p:nvCxnSpPr>
        <p:spPr>
          <a:xfrm flipH="1" flipV="1">
            <a:off x="2877828" y="5089374"/>
            <a:ext cx="3719" cy="525873"/>
          </a:xfrm>
          <a:prstGeom prst="straightConnector1">
            <a:avLst/>
          </a:prstGeom>
          <a:ln w="12700">
            <a:solidFill>
              <a:schemeClr val="accent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1" name="矩形: 圆角 175">
            <a:extLst>
              <a:ext uri="{FF2B5EF4-FFF2-40B4-BE49-F238E27FC236}">
                <a16:creationId xmlns:a16="http://schemas.microsoft.com/office/drawing/2014/main" id="{5707FC65-3BF0-E58C-1813-E0DD8EB5F89C}"/>
              </a:ext>
            </a:extLst>
          </p:cNvPr>
          <p:cNvSpPr/>
          <p:nvPr/>
        </p:nvSpPr>
        <p:spPr>
          <a:xfrm rot="5400000">
            <a:off x="5994558" y="1267837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2" name="矩形: 圆角 176">
            <a:extLst>
              <a:ext uri="{FF2B5EF4-FFF2-40B4-BE49-F238E27FC236}">
                <a16:creationId xmlns:a16="http://schemas.microsoft.com/office/drawing/2014/main" id="{9029853C-B7F6-1E2E-0717-70608F4E8639}"/>
              </a:ext>
            </a:extLst>
          </p:cNvPr>
          <p:cNvSpPr/>
          <p:nvPr/>
        </p:nvSpPr>
        <p:spPr>
          <a:xfrm rot="5400000">
            <a:off x="5994557" y="1439626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3" name="矩形: 圆角 177">
            <a:extLst>
              <a:ext uri="{FF2B5EF4-FFF2-40B4-BE49-F238E27FC236}">
                <a16:creationId xmlns:a16="http://schemas.microsoft.com/office/drawing/2014/main" id="{3B894250-D488-AEC3-090D-F53CBEDB9DCC}"/>
              </a:ext>
            </a:extLst>
          </p:cNvPr>
          <p:cNvSpPr/>
          <p:nvPr/>
        </p:nvSpPr>
        <p:spPr>
          <a:xfrm rot="5400000">
            <a:off x="5994557" y="1617438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4" name="矩形: 圆角 178">
            <a:extLst>
              <a:ext uri="{FF2B5EF4-FFF2-40B4-BE49-F238E27FC236}">
                <a16:creationId xmlns:a16="http://schemas.microsoft.com/office/drawing/2014/main" id="{D4A80A37-B275-ECA0-7850-F8CE1F72D4E1}"/>
              </a:ext>
            </a:extLst>
          </p:cNvPr>
          <p:cNvSpPr/>
          <p:nvPr/>
        </p:nvSpPr>
        <p:spPr>
          <a:xfrm rot="5400000">
            <a:off x="5994557" y="179539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5" name="矩形: 圆角 179">
            <a:extLst>
              <a:ext uri="{FF2B5EF4-FFF2-40B4-BE49-F238E27FC236}">
                <a16:creationId xmlns:a16="http://schemas.microsoft.com/office/drawing/2014/main" id="{F0738884-F03C-E990-AA15-9E2BF503F9FC}"/>
              </a:ext>
            </a:extLst>
          </p:cNvPr>
          <p:cNvSpPr/>
          <p:nvPr/>
        </p:nvSpPr>
        <p:spPr>
          <a:xfrm rot="5400000">
            <a:off x="5994557" y="1973762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157" name="矩形: 圆角 180">
            <a:extLst>
              <a:ext uri="{FF2B5EF4-FFF2-40B4-BE49-F238E27FC236}">
                <a16:creationId xmlns:a16="http://schemas.microsoft.com/office/drawing/2014/main" id="{BB90FEC4-D162-9079-02B2-DBB94610635D}"/>
              </a:ext>
            </a:extLst>
          </p:cNvPr>
          <p:cNvSpPr/>
          <p:nvPr/>
        </p:nvSpPr>
        <p:spPr>
          <a:xfrm>
            <a:off x="5829632" y="1329020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58" name="文本框 157">
            <a:extLst>
              <a:ext uri="{FF2B5EF4-FFF2-40B4-BE49-F238E27FC236}">
                <a16:creationId xmlns:a16="http://schemas.microsoft.com/office/drawing/2014/main" id="{6E6D8722-04F4-50EB-D641-7B2563FC0EDF}"/>
              </a:ext>
            </a:extLst>
          </p:cNvPr>
          <p:cNvSpPr txBox="1"/>
          <p:nvPr/>
        </p:nvSpPr>
        <p:spPr>
          <a:xfrm>
            <a:off x="5654608" y="1269303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167" name="文本框 166">
            <a:extLst>
              <a:ext uri="{FF2B5EF4-FFF2-40B4-BE49-F238E27FC236}">
                <a16:creationId xmlns:a16="http://schemas.microsoft.com/office/drawing/2014/main" id="{6E5061AE-90BF-E464-B059-BA3E01E60A10}"/>
              </a:ext>
            </a:extLst>
          </p:cNvPr>
          <p:cNvSpPr txBox="1"/>
          <p:nvPr/>
        </p:nvSpPr>
        <p:spPr>
          <a:xfrm>
            <a:off x="583614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H1</a:t>
            </a:r>
            <a:endParaRPr lang="zh-CN" altLang="en-US" sz="1200" dirty="0"/>
          </a:p>
        </p:txBody>
      </p:sp>
      <p:cxnSp>
        <p:nvCxnSpPr>
          <p:cNvPr id="170" name="连接符: 肘形 231">
            <a:extLst>
              <a:ext uri="{FF2B5EF4-FFF2-40B4-BE49-F238E27FC236}">
                <a16:creationId xmlns:a16="http://schemas.microsoft.com/office/drawing/2014/main" id="{BDB5A3B2-B87B-9688-4ACA-CA651955F30F}"/>
              </a:ext>
            </a:extLst>
          </p:cNvPr>
          <p:cNvCxnSpPr>
            <a:cxnSpLocks/>
            <a:stCxn id="276" idx="3"/>
            <a:endCxn id="157" idx="0"/>
          </p:cNvCxnSpPr>
          <p:nvPr/>
        </p:nvCxnSpPr>
        <p:spPr>
          <a:xfrm flipV="1">
            <a:off x="5294177" y="1329020"/>
            <a:ext cx="744446" cy="460175"/>
          </a:xfrm>
          <a:prstGeom prst="bentConnector4">
            <a:avLst>
              <a:gd name="adj1" fmla="val 35963"/>
              <a:gd name="adj2" fmla="val 14816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0" name="文本框 199">
            <a:extLst>
              <a:ext uri="{FF2B5EF4-FFF2-40B4-BE49-F238E27FC236}">
                <a16:creationId xmlns:a16="http://schemas.microsoft.com/office/drawing/2014/main" id="{1778EF35-30A0-7430-AFAF-49205CC82395}"/>
              </a:ext>
            </a:extLst>
          </p:cNvPr>
          <p:cNvSpPr txBox="1"/>
          <p:nvPr/>
        </p:nvSpPr>
        <p:spPr>
          <a:xfrm>
            <a:off x="2591086" y="649566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sp>
        <p:nvSpPr>
          <p:cNvPr id="207" name="文本框 206">
            <a:extLst>
              <a:ext uri="{FF2B5EF4-FFF2-40B4-BE49-F238E27FC236}">
                <a16:creationId xmlns:a16="http://schemas.microsoft.com/office/drawing/2014/main" id="{47C19F74-B72B-7B54-ECF4-7F253EE15C33}"/>
              </a:ext>
            </a:extLst>
          </p:cNvPr>
          <p:cNvSpPr txBox="1"/>
          <p:nvPr/>
        </p:nvSpPr>
        <p:spPr>
          <a:xfrm>
            <a:off x="244094" y="1740820"/>
            <a:ext cx="43917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(5,5)</a:t>
            </a:r>
            <a:endParaRPr lang="zh-CN" altLang="en-US" sz="1200" dirty="0"/>
          </a:p>
        </p:txBody>
      </p:sp>
      <p:sp>
        <p:nvSpPr>
          <p:cNvPr id="208" name="文本框 207">
            <a:extLst>
              <a:ext uri="{FF2B5EF4-FFF2-40B4-BE49-F238E27FC236}">
                <a16:creationId xmlns:a16="http://schemas.microsoft.com/office/drawing/2014/main" id="{729DF932-421F-9D2E-AF5C-411EC4591250}"/>
              </a:ext>
            </a:extLst>
          </p:cNvPr>
          <p:cNvSpPr txBox="1"/>
          <p:nvPr/>
        </p:nvSpPr>
        <p:spPr>
          <a:xfrm>
            <a:off x="480253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12" name="文本框 211">
            <a:extLst>
              <a:ext uri="{FF2B5EF4-FFF2-40B4-BE49-F238E27FC236}">
                <a16:creationId xmlns:a16="http://schemas.microsoft.com/office/drawing/2014/main" id="{FA7C32F2-8EEE-4DEB-4A64-55804D38B1FD}"/>
              </a:ext>
            </a:extLst>
          </p:cNvPr>
          <p:cNvSpPr txBox="1"/>
          <p:nvPr/>
        </p:nvSpPr>
        <p:spPr>
          <a:xfrm>
            <a:off x="2169450" y="3187073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(F/2,5)</a:t>
            </a:r>
            <a:endParaRPr lang="zh-CN" altLang="en-US" sz="1200" dirty="0"/>
          </a:p>
        </p:txBody>
      </p:sp>
      <p:sp>
        <p:nvSpPr>
          <p:cNvPr id="213" name="文本框 212">
            <a:extLst>
              <a:ext uri="{FF2B5EF4-FFF2-40B4-BE49-F238E27FC236}">
                <a16:creationId xmlns:a16="http://schemas.microsoft.com/office/drawing/2014/main" id="{0ED1B443-4B78-8786-AE44-F0CBEF186A11}"/>
              </a:ext>
            </a:extLst>
          </p:cNvPr>
          <p:cNvSpPr txBox="1"/>
          <p:nvPr/>
        </p:nvSpPr>
        <p:spPr>
          <a:xfrm>
            <a:off x="2580875" y="5266145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转置</a:t>
            </a:r>
            <a:endParaRPr lang="zh-CN" altLang="en-US" sz="1200" dirty="0"/>
          </a:p>
        </p:txBody>
      </p:sp>
      <p:cxnSp>
        <p:nvCxnSpPr>
          <p:cNvPr id="215" name="连接符: 肘形 195">
            <a:extLst>
              <a:ext uri="{FF2B5EF4-FFF2-40B4-BE49-F238E27FC236}">
                <a16:creationId xmlns:a16="http://schemas.microsoft.com/office/drawing/2014/main" id="{4032065C-4A82-DF81-B105-C62D385603BC}"/>
              </a:ext>
            </a:extLst>
          </p:cNvPr>
          <p:cNvCxnSpPr>
            <a:cxnSpLocks/>
            <a:stCxn id="75" idx="0"/>
            <a:endCxn id="195" idx="1"/>
          </p:cNvCxnSpPr>
          <p:nvPr/>
        </p:nvCxnSpPr>
        <p:spPr>
          <a:xfrm rot="16200000" flipV="1">
            <a:off x="1203005" y="3361665"/>
            <a:ext cx="529830" cy="149881"/>
          </a:xfrm>
          <a:prstGeom prst="bentConnector4">
            <a:avLst>
              <a:gd name="adj1" fmla="val 35774"/>
              <a:gd name="adj2" fmla="val 310587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18" name="连接符: 肘形 198">
            <a:extLst>
              <a:ext uri="{FF2B5EF4-FFF2-40B4-BE49-F238E27FC236}">
                <a16:creationId xmlns:a16="http://schemas.microsoft.com/office/drawing/2014/main" id="{C4E00AB5-1444-AA3F-37EC-8F77044E54B9}"/>
              </a:ext>
            </a:extLst>
          </p:cNvPr>
          <p:cNvCxnSpPr>
            <a:cxnSpLocks/>
            <a:stCxn id="87" idx="0"/>
            <a:endCxn id="195" idx="3"/>
          </p:cNvCxnSpPr>
          <p:nvPr/>
        </p:nvCxnSpPr>
        <p:spPr>
          <a:xfrm rot="10800000">
            <a:off x="1939700" y="3171691"/>
            <a:ext cx="469554" cy="1193806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2" name="连接符: 肘形 231">
            <a:extLst>
              <a:ext uri="{FF2B5EF4-FFF2-40B4-BE49-F238E27FC236}">
                <a16:creationId xmlns:a16="http://schemas.microsoft.com/office/drawing/2014/main" id="{11744277-957F-CC8B-C990-66C7C70FB34A}"/>
              </a:ext>
            </a:extLst>
          </p:cNvPr>
          <p:cNvCxnSpPr>
            <a:cxnSpLocks/>
            <a:stCxn id="136" idx="0"/>
            <a:endCxn id="276" idx="2"/>
          </p:cNvCxnSpPr>
          <p:nvPr/>
        </p:nvCxnSpPr>
        <p:spPr>
          <a:xfrm rot="16200000" flipV="1">
            <a:off x="3818891" y="2590241"/>
            <a:ext cx="1767292" cy="46669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5" name="矩形: 圆角 175">
            <a:extLst>
              <a:ext uri="{FF2B5EF4-FFF2-40B4-BE49-F238E27FC236}">
                <a16:creationId xmlns:a16="http://schemas.microsoft.com/office/drawing/2014/main" id="{30D49CEC-A691-E870-4B2A-B67CA658D499}"/>
              </a:ext>
            </a:extLst>
          </p:cNvPr>
          <p:cNvSpPr/>
          <p:nvPr/>
        </p:nvSpPr>
        <p:spPr>
          <a:xfrm rot="5400000">
            <a:off x="6468367" y="1269938"/>
            <a:ext cx="88132" cy="322731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6" name="矩形: 圆角 176">
            <a:extLst>
              <a:ext uri="{FF2B5EF4-FFF2-40B4-BE49-F238E27FC236}">
                <a16:creationId xmlns:a16="http://schemas.microsoft.com/office/drawing/2014/main" id="{6BB2BAE2-A36B-6A26-BAC2-2182A6B05EB8}"/>
              </a:ext>
            </a:extLst>
          </p:cNvPr>
          <p:cNvSpPr/>
          <p:nvPr/>
        </p:nvSpPr>
        <p:spPr>
          <a:xfrm rot="5400000">
            <a:off x="6468366" y="1441727"/>
            <a:ext cx="88133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8" name="矩形: 圆角 177">
            <a:extLst>
              <a:ext uri="{FF2B5EF4-FFF2-40B4-BE49-F238E27FC236}">
                <a16:creationId xmlns:a16="http://schemas.microsoft.com/office/drawing/2014/main" id="{7F13D973-F589-B91D-4F3F-1731CB551EE7}"/>
              </a:ext>
            </a:extLst>
          </p:cNvPr>
          <p:cNvSpPr/>
          <p:nvPr/>
        </p:nvSpPr>
        <p:spPr>
          <a:xfrm rot="5400000">
            <a:off x="6468366" y="1619539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29" name="矩形: 圆角 178">
            <a:extLst>
              <a:ext uri="{FF2B5EF4-FFF2-40B4-BE49-F238E27FC236}">
                <a16:creationId xmlns:a16="http://schemas.microsoft.com/office/drawing/2014/main" id="{86723EDC-C303-FB8B-0177-69F984C29904}"/>
              </a:ext>
            </a:extLst>
          </p:cNvPr>
          <p:cNvSpPr/>
          <p:nvPr/>
        </p:nvSpPr>
        <p:spPr>
          <a:xfrm rot="5400000">
            <a:off x="6468366" y="1797500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0" name="矩形: 圆角 179">
            <a:extLst>
              <a:ext uri="{FF2B5EF4-FFF2-40B4-BE49-F238E27FC236}">
                <a16:creationId xmlns:a16="http://schemas.microsoft.com/office/drawing/2014/main" id="{D12949DE-DAD3-5DC6-15C4-DB69C1443CDB}"/>
              </a:ext>
            </a:extLst>
          </p:cNvPr>
          <p:cNvSpPr/>
          <p:nvPr/>
        </p:nvSpPr>
        <p:spPr>
          <a:xfrm rot="5400000">
            <a:off x="6468366" y="1975863"/>
            <a:ext cx="88134" cy="322731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31" name="矩形: 圆角 180">
            <a:extLst>
              <a:ext uri="{FF2B5EF4-FFF2-40B4-BE49-F238E27FC236}">
                <a16:creationId xmlns:a16="http://schemas.microsoft.com/office/drawing/2014/main" id="{0414F873-4516-935F-688C-23B40CBEDBB4}"/>
              </a:ext>
            </a:extLst>
          </p:cNvPr>
          <p:cNvSpPr/>
          <p:nvPr/>
        </p:nvSpPr>
        <p:spPr>
          <a:xfrm>
            <a:off x="6303441" y="1331121"/>
            <a:ext cx="417982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cxnSp>
        <p:nvCxnSpPr>
          <p:cNvPr id="234" name="连接符: 肘形 231">
            <a:extLst>
              <a:ext uri="{FF2B5EF4-FFF2-40B4-BE49-F238E27FC236}">
                <a16:creationId xmlns:a16="http://schemas.microsoft.com/office/drawing/2014/main" id="{B0D4F695-C972-F2F8-47B7-FFA678CA74AB}"/>
              </a:ext>
            </a:extLst>
          </p:cNvPr>
          <p:cNvCxnSpPr>
            <a:cxnSpLocks/>
            <a:stCxn id="276" idx="3"/>
            <a:endCxn id="231" idx="0"/>
          </p:cNvCxnSpPr>
          <p:nvPr/>
        </p:nvCxnSpPr>
        <p:spPr>
          <a:xfrm flipV="1">
            <a:off x="5294177" y="1331121"/>
            <a:ext cx="1218255" cy="458074"/>
          </a:xfrm>
          <a:prstGeom prst="bentConnector4">
            <a:avLst>
              <a:gd name="adj1" fmla="val 22515"/>
              <a:gd name="adj2" fmla="val 149905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0" name="文本框 239">
            <a:extLst>
              <a:ext uri="{FF2B5EF4-FFF2-40B4-BE49-F238E27FC236}">
                <a16:creationId xmlns:a16="http://schemas.microsoft.com/office/drawing/2014/main" id="{619C7A0A-FD01-7ADD-CC2A-492D7B8E5B9E}"/>
              </a:ext>
            </a:extLst>
          </p:cNvPr>
          <p:cNvSpPr txBox="1"/>
          <p:nvPr/>
        </p:nvSpPr>
        <p:spPr>
          <a:xfrm>
            <a:off x="6310795" y="2276275"/>
            <a:ext cx="41798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H2</a:t>
            </a:r>
            <a:endParaRPr lang="zh-CN" altLang="en-US" sz="1200" dirty="0"/>
          </a:p>
        </p:txBody>
      </p:sp>
      <p:sp>
        <p:nvSpPr>
          <p:cNvPr id="242" name="文本框 241">
            <a:extLst>
              <a:ext uri="{FF2B5EF4-FFF2-40B4-BE49-F238E27FC236}">
                <a16:creationId xmlns:a16="http://schemas.microsoft.com/office/drawing/2014/main" id="{1BCAC6F2-3689-B312-9761-AFC4DDC9B9F9}"/>
              </a:ext>
            </a:extLst>
          </p:cNvPr>
          <p:cNvSpPr txBox="1"/>
          <p:nvPr/>
        </p:nvSpPr>
        <p:spPr>
          <a:xfrm>
            <a:off x="4507801" y="2028371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3" name="文本框 242">
            <a:extLst>
              <a:ext uri="{FF2B5EF4-FFF2-40B4-BE49-F238E27FC236}">
                <a16:creationId xmlns:a16="http://schemas.microsoft.com/office/drawing/2014/main" id="{F612ABA9-7D6D-4D6D-616D-5E3100D0738B}"/>
              </a:ext>
            </a:extLst>
          </p:cNvPr>
          <p:cNvSpPr txBox="1"/>
          <p:nvPr/>
        </p:nvSpPr>
        <p:spPr>
          <a:xfrm>
            <a:off x="5722347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4" name="文本框 243">
            <a:extLst>
              <a:ext uri="{FF2B5EF4-FFF2-40B4-BE49-F238E27FC236}">
                <a16:creationId xmlns:a16="http://schemas.microsoft.com/office/drawing/2014/main" id="{A1CF242B-9BB0-53BB-B6B8-31C0E3003879}"/>
              </a:ext>
            </a:extLst>
          </p:cNvPr>
          <p:cNvSpPr txBox="1"/>
          <p:nvPr/>
        </p:nvSpPr>
        <p:spPr>
          <a:xfrm>
            <a:off x="6287739" y="2523958"/>
            <a:ext cx="59364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(5,F/2)</a:t>
            </a:r>
            <a:endParaRPr lang="zh-CN" altLang="en-US" sz="1200" dirty="0"/>
          </a:p>
        </p:txBody>
      </p:sp>
      <p:sp>
        <p:nvSpPr>
          <p:cNvPr id="246" name="文本框 245">
            <a:extLst>
              <a:ext uri="{FF2B5EF4-FFF2-40B4-BE49-F238E27FC236}">
                <a16:creationId xmlns:a16="http://schemas.microsoft.com/office/drawing/2014/main" id="{F489C595-77B7-80F3-9EFB-05413CEF6A9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多头注意力</a:t>
            </a:r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(Multi-Head Attention, MHA)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248" name="文本框 247">
            <a:extLst>
              <a:ext uri="{FF2B5EF4-FFF2-40B4-BE49-F238E27FC236}">
                <a16:creationId xmlns:a16="http://schemas.microsoft.com/office/drawing/2014/main" id="{7B1D0947-16F3-2FF6-36D7-93EEFF596859}"/>
              </a:ext>
            </a:extLst>
          </p:cNvPr>
          <p:cNvSpPr txBox="1"/>
          <p:nvPr/>
        </p:nvSpPr>
        <p:spPr>
          <a:xfrm>
            <a:off x="1125166" y="4803496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Q</a:t>
            </a:r>
            <a:endParaRPr lang="zh-CN" altLang="en-US" sz="1200" dirty="0"/>
          </a:p>
        </p:txBody>
      </p:sp>
      <p:sp>
        <p:nvSpPr>
          <p:cNvPr id="249" name="文本框 248">
            <a:extLst>
              <a:ext uri="{FF2B5EF4-FFF2-40B4-BE49-F238E27FC236}">
                <a16:creationId xmlns:a16="http://schemas.microsoft.com/office/drawing/2014/main" id="{DD05F506-E879-D5EB-CC04-C2E33BF9401D}"/>
              </a:ext>
            </a:extLst>
          </p:cNvPr>
          <p:cNvSpPr txBox="1"/>
          <p:nvPr/>
        </p:nvSpPr>
        <p:spPr>
          <a:xfrm>
            <a:off x="2690062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</a:t>
            </a:r>
            <a:endParaRPr lang="zh-CN" altLang="en-US" sz="1200" dirty="0"/>
          </a:p>
        </p:txBody>
      </p:sp>
      <p:sp>
        <p:nvSpPr>
          <p:cNvPr id="255" name="文本框 254">
            <a:extLst>
              <a:ext uri="{FF2B5EF4-FFF2-40B4-BE49-F238E27FC236}">
                <a16:creationId xmlns:a16="http://schemas.microsoft.com/office/drawing/2014/main" id="{582A548E-EC71-E269-7C48-3E860E0692EC}"/>
              </a:ext>
            </a:extLst>
          </p:cNvPr>
          <p:cNvSpPr txBox="1"/>
          <p:nvPr/>
        </p:nvSpPr>
        <p:spPr>
          <a:xfrm>
            <a:off x="4495439" y="4812375"/>
            <a:ext cx="37553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zh-CN"/>
            </a:defPPr>
            <a:lvl1pPr algn="ctr">
              <a:defRPr sz="1200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altLang="zh-CN" dirty="0"/>
              <a:t>V</a:t>
            </a:r>
            <a:endParaRPr lang="zh-CN" altLang="en-US" dirty="0"/>
          </a:p>
        </p:txBody>
      </p:sp>
      <p:sp>
        <p:nvSpPr>
          <p:cNvPr id="262" name="矩形: 圆角 175">
            <a:extLst>
              <a:ext uri="{FF2B5EF4-FFF2-40B4-BE49-F238E27FC236}">
                <a16:creationId xmlns:a16="http://schemas.microsoft.com/office/drawing/2014/main" id="{39B2AC7C-9276-BD6B-DA07-43435EDB73F0}"/>
              </a:ext>
            </a:extLst>
          </p:cNvPr>
          <p:cNvSpPr/>
          <p:nvPr/>
        </p:nvSpPr>
        <p:spPr>
          <a:xfrm rot="5400000">
            <a:off x="7848487" y="1103225"/>
            <a:ext cx="88132" cy="666750"/>
          </a:xfrm>
          <a:prstGeom prst="roundRect">
            <a:avLst/>
          </a:prstGeom>
          <a:solidFill>
            <a:srgbClr val="FFC000"/>
          </a:solid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4" name="矩形: 圆角 176">
            <a:extLst>
              <a:ext uri="{FF2B5EF4-FFF2-40B4-BE49-F238E27FC236}">
                <a16:creationId xmlns:a16="http://schemas.microsoft.com/office/drawing/2014/main" id="{FE439DDA-37E1-839E-1F30-B04484C7B061}"/>
              </a:ext>
            </a:extLst>
          </p:cNvPr>
          <p:cNvSpPr/>
          <p:nvPr/>
        </p:nvSpPr>
        <p:spPr>
          <a:xfrm rot="5400000">
            <a:off x="7848486" y="1275013"/>
            <a:ext cx="88133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5" name="矩形: 圆角 177">
            <a:extLst>
              <a:ext uri="{FF2B5EF4-FFF2-40B4-BE49-F238E27FC236}">
                <a16:creationId xmlns:a16="http://schemas.microsoft.com/office/drawing/2014/main" id="{F2AC82A7-7476-7AB4-74B7-935BE5662B29}"/>
              </a:ext>
            </a:extLst>
          </p:cNvPr>
          <p:cNvSpPr/>
          <p:nvPr/>
        </p:nvSpPr>
        <p:spPr>
          <a:xfrm rot="5400000">
            <a:off x="7848486" y="1452826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6" name="矩形: 圆角 178">
            <a:extLst>
              <a:ext uri="{FF2B5EF4-FFF2-40B4-BE49-F238E27FC236}">
                <a16:creationId xmlns:a16="http://schemas.microsoft.com/office/drawing/2014/main" id="{BEDE875D-8DF6-7849-6808-01D109858976}"/>
              </a:ext>
            </a:extLst>
          </p:cNvPr>
          <p:cNvSpPr/>
          <p:nvPr/>
        </p:nvSpPr>
        <p:spPr>
          <a:xfrm rot="5400000">
            <a:off x="7848486" y="1630787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7" name="矩形: 圆角 179">
            <a:extLst>
              <a:ext uri="{FF2B5EF4-FFF2-40B4-BE49-F238E27FC236}">
                <a16:creationId xmlns:a16="http://schemas.microsoft.com/office/drawing/2014/main" id="{7D079F9F-A546-662A-79A3-ECDA4F13EC2F}"/>
              </a:ext>
            </a:extLst>
          </p:cNvPr>
          <p:cNvSpPr/>
          <p:nvPr/>
        </p:nvSpPr>
        <p:spPr>
          <a:xfrm rot="5400000">
            <a:off x="7848486" y="1809150"/>
            <a:ext cx="88134" cy="666750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vert270" rtlCol="0" anchor="ctr"/>
          <a:lstStyle/>
          <a:p>
            <a:pPr algn="ctr"/>
            <a:endParaRPr lang="zh-CN" altLang="en-US" sz="1100" dirty="0"/>
          </a:p>
        </p:txBody>
      </p:sp>
      <p:sp>
        <p:nvSpPr>
          <p:cNvPr id="268" name="矩形: 圆角 180">
            <a:extLst>
              <a:ext uri="{FF2B5EF4-FFF2-40B4-BE49-F238E27FC236}">
                <a16:creationId xmlns:a16="http://schemas.microsoft.com/office/drawing/2014/main" id="{7CEA44EF-9D36-D11E-1B7E-6EDB11F25F6A}"/>
              </a:ext>
            </a:extLst>
          </p:cNvPr>
          <p:cNvSpPr/>
          <p:nvPr/>
        </p:nvSpPr>
        <p:spPr>
          <a:xfrm>
            <a:off x="7505202" y="1336417"/>
            <a:ext cx="762220" cy="916147"/>
          </a:xfrm>
          <a:prstGeom prst="roundRect">
            <a:avLst>
              <a:gd name="adj" fmla="val 7871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9" name="文本框 268">
            <a:extLst>
              <a:ext uri="{FF2B5EF4-FFF2-40B4-BE49-F238E27FC236}">
                <a16:creationId xmlns:a16="http://schemas.microsoft.com/office/drawing/2014/main" id="{C25044ED-C844-EFDE-672E-8A9D4D21485A}"/>
              </a:ext>
            </a:extLst>
          </p:cNvPr>
          <p:cNvSpPr txBox="1"/>
          <p:nvPr/>
        </p:nvSpPr>
        <p:spPr>
          <a:xfrm>
            <a:off x="7342034" y="1283680"/>
            <a:ext cx="157709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HELLO</a:t>
            </a:r>
            <a:endParaRPr lang="zh-CN" altLang="en-US" sz="1200" dirty="0"/>
          </a:p>
        </p:txBody>
      </p:sp>
      <p:sp>
        <p:nvSpPr>
          <p:cNvPr id="270" name="文本框 269">
            <a:extLst>
              <a:ext uri="{FF2B5EF4-FFF2-40B4-BE49-F238E27FC236}">
                <a16:creationId xmlns:a16="http://schemas.microsoft.com/office/drawing/2014/main" id="{990DF010-8EB7-B776-3871-D42F89D6DA8C}"/>
              </a:ext>
            </a:extLst>
          </p:cNvPr>
          <p:cNvSpPr txBox="1"/>
          <p:nvPr/>
        </p:nvSpPr>
        <p:spPr>
          <a:xfrm>
            <a:off x="7595851" y="2216835"/>
            <a:ext cx="54894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(5,F)</a:t>
            </a:r>
            <a:endParaRPr lang="zh-CN" altLang="en-US" sz="1200" dirty="0"/>
          </a:p>
        </p:txBody>
      </p:sp>
      <p:cxnSp>
        <p:nvCxnSpPr>
          <p:cNvPr id="271" name="连接符: 肘形 231">
            <a:extLst>
              <a:ext uri="{FF2B5EF4-FFF2-40B4-BE49-F238E27FC236}">
                <a16:creationId xmlns:a16="http://schemas.microsoft.com/office/drawing/2014/main" id="{CD61D078-CE54-68E0-61D3-3B6177E1B3BE}"/>
              </a:ext>
            </a:extLst>
          </p:cNvPr>
          <p:cNvCxnSpPr>
            <a:cxnSpLocks/>
            <a:stCxn id="231" idx="3"/>
            <a:endCxn id="269" idx="1"/>
          </p:cNvCxnSpPr>
          <p:nvPr/>
        </p:nvCxnSpPr>
        <p:spPr>
          <a:xfrm>
            <a:off x="6721423" y="1789195"/>
            <a:ext cx="620611" cy="2317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74" name="文本框 273">
            <a:extLst>
              <a:ext uri="{FF2B5EF4-FFF2-40B4-BE49-F238E27FC236}">
                <a16:creationId xmlns:a16="http://schemas.microsoft.com/office/drawing/2014/main" id="{1062B15E-2BA3-6292-8449-3A12E8280126}"/>
              </a:ext>
            </a:extLst>
          </p:cNvPr>
          <p:cNvSpPr txBox="1"/>
          <p:nvPr/>
        </p:nvSpPr>
        <p:spPr>
          <a:xfrm>
            <a:off x="6706270" y="1559060"/>
            <a:ext cx="59364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zh-CN" altLang="en-US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特征拼接</a:t>
            </a:r>
            <a:endParaRPr lang="zh-CN" altLang="en-US" sz="1200" dirty="0"/>
          </a:p>
        </p:txBody>
      </p:sp>
      <p:sp>
        <p:nvSpPr>
          <p:cNvPr id="275" name="矩形: 圆角 71">
            <a:extLst>
              <a:ext uri="{FF2B5EF4-FFF2-40B4-BE49-F238E27FC236}">
                <a16:creationId xmlns:a16="http://schemas.microsoft.com/office/drawing/2014/main" id="{65E1F5F3-2F47-26A6-F905-8E36EEECF21C}"/>
              </a:ext>
            </a:extLst>
          </p:cNvPr>
          <p:cNvSpPr/>
          <p:nvPr/>
        </p:nvSpPr>
        <p:spPr>
          <a:xfrm>
            <a:off x="8161384" y="3372801"/>
            <a:ext cx="2879060" cy="2736297"/>
          </a:xfrm>
          <a:prstGeom prst="roundRect">
            <a:avLst>
              <a:gd name="adj" fmla="val 5718"/>
            </a:avLst>
          </a:prstGeom>
          <a:solidFill>
            <a:schemeClr val="tx2">
              <a:lumMod val="20000"/>
              <a:lumOff val="80000"/>
            </a:schemeClr>
          </a:solidFill>
          <a:ln>
            <a:noFill/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/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𝑄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7" name="矩形: 圆角 3">
                <a:extLst>
                  <a:ext uri="{FF2B5EF4-FFF2-40B4-BE49-F238E27FC236}">
                    <a16:creationId xmlns:a16="http://schemas.microsoft.com/office/drawing/2014/main" id="{0ADFB2AF-5877-0D33-85D9-7FCCE2C0332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61720" y="5256715"/>
                <a:ext cx="546722" cy="301499"/>
              </a:xfrm>
              <a:prstGeom prst="roundRect">
                <a:avLst/>
              </a:prstGeom>
              <a:blipFill>
                <a:blip r:embed="rId5"/>
                <a:stretch>
                  <a:fillRect b="-1153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/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𝐾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8" name="矩形: 圆角 4">
                <a:extLst>
                  <a:ext uri="{FF2B5EF4-FFF2-40B4-BE49-F238E27FC236}">
                    <a16:creationId xmlns:a16="http://schemas.microsoft.com/office/drawing/2014/main" id="{D7D81DBC-FD83-B98F-F169-A902ECD3B7AB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33670" y="5256714"/>
                <a:ext cx="546722" cy="301499"/>
              </a:xfrm>
              <a:prstGeom prst="round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/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600" b="0" i="1" smtClean="0">
                          <a:latin typeface="Cambria Math" panose="02040503050406030204" pitchFamily="18" charset="0"/>
                          <a:cs typeface="Times New Roman" panose="020206030504050203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600" dirty="0">
                  <a:latin typeface="Times New Roman" panose="020206030504050203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79" name="矩形: 圆角 5">
                <a:extLst>
                  <a:ext uri="{FF2B5EF4-FFF2-40B4-BE49-F238E27FC236}">
                    <a16:creationId xmlns:a16="http://schemas.microsoft.com/office/drawing/2014/main" id="{F0FAE362-9A58-F426-A74B-B65732EC40E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305620" y="5256714"/>
                <a:ext cx="546722" cy="301499"/>
              </a:xfrm>
              <a:prstGeom prst="roundRect">
                <a:avLst/>
              </a:prstGeom>
              <a:blipFill>
                <a:blip r:embed="rId7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/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@</m:t>
                          </m:r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𝐾</m:t>
                          </m:r>
                        </m:e>
                        <m:sup>
                          <m:r>
                            <a:rPr lang="en-US" altLang="zh-CN" sz="1200" i="1">
                              <a:solidFill>
                                <a:sysClr val="windowText" lastClr="000000"/>
                              </a:solidFill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  <a:cs typeface="Times New Roman" panose="02020603050405020304" pitchFamily="18" charset="0"/>
                </a:endParaRPr>
              </a:p>
            </p:txBody>
          </p:sp>
        </mc:Choice>
        <mc:Fallback>
          <p:sp>
            <p:nvSpPr>
              <p:cNvPr id="280" name="矩形: 圆角 18">
                <a:extLst>
                  <a:ext uri="{FF2B5EF4-FFF2-40B4-BE49-F238E27FC236}">
                    <a16:creationId xmlns:a16="http://schemas.microsoft.com/office/drawing/2014/main" id="{3879E9CD-8D6D-BBD9-F7BB-2DBB6DEED8F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859472" y="4511801"/>
                <a:ext cx="546721" cy="301499"/>
              </a:xfrm>
              <a:prstGeom prst="roundRect">
                <a:avLst/>
              </a:prstGeom>
              <a:blipFill>
                <a:blip r:embed="rId8"/>
                <a:stretch>
                  <a:fillRect l="-217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81" name="连接符: 肘形 21">
            <a:extLst>
              <a:ext uri="{FF2B5EF4-FFF2-40B4-BE49-F238E27FC236}">
                <a16:creationId xmlns:a16="http://schemas.microsoft.com/office/drawing/2014/main" id="{B6A292EF-6878-6B8A-0663-0BEADCC73E98}"/>
              </a:ext>
            </a:extLst>
          </p:cNvPr>
          <p:cNvCxnSpPr>
            <a:cxnSpLocks/>
            <a:stCxn id="277" idx="0"/>
            <a:endCxn id="280" idx="1"/>
          </p:cNvCxnSpPr>
          <p:nvPr/>
        </p:nvCxnSpPr>
        <p:spPr>
          <a:xfrm rot="5400000" flipH="1" flipV="1">
            <a:off x="8450194" y="4847438"/>
            <a:ext cx="594164" cy="224391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2" name="连接符: 肘形 23">
            <a:extLst>
              <a:ext uri="{FF2B5EF4-FFF2-40B4-BE49-F238E27FC236}">
                <a16:creationId xmlns:a16="http://schemas.microsoft.com/office/drawing/2014/main" id="{40C61D22-9ADA-BE50-F6C3-A7FB14039496}"/>
              </a:ext>
            </a:extLst>
          </p:cNvPr>
          <p:cNvCxnSpPr>
            <a:cxnSpLocks/>
            <a:stCxn id="278" idx="0"/>
            <a:endCxn id="280" idx="3"/>
          </p:cNvCxnSpPr>
          <p:nvPr/>
        </p:nvCxnSpPr>
        <p:spPr>
          <a:xfrm rot="16200000" flipV="1">
            <a:off x="9209531" y="4859214"/>
            <a:ext cx="594163" cy="200838"/>
          </a:xfrm>
          <a:prstGeom prst="bentConnector2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3" name="连接符: 肘形 37">
            <a:extLst>
              <a:ext uri="{FF2B5EF4-FFF2-40B4-BE49-F238E27FC236}">
                <a16:creationId xmlns:a16="http://schemas.microsoft.com/office/drawing/2014/main" id="{14EA0DCF-2B73-AFDB-BC2B-5D8F82A6D04F}"/>
              </a:ext>
            </a:extLst>
          </p:cNvPr>
          <p:cNvCxnSpPr>
            <a:cxnSpLocks/>
            <a:stCxn id="279" idx="0"/>
            <a:endCxn id="294" idx="2"/>
          </p:cNvCxnSpPr>
          <p:nvPr/>
        </p:nvCxnSpPr>
        <p:spPr>
          <a:xfrm rot="16200000" flipV="1">
            <a:off x="9729686" y="4407419"/>
            <a:ext cx="1230807" cy="467784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4" name="矩形: 圆角 51">
            <a:extLst>
              <a:ext uri="{FF2B5EF4-FFF2-40B4-BE49-F238E27FC236}">
                <a16:creationId xmlns:a16="http://schemas.microsoft.com/office/drawing/2014/main" id="{409C63E1-B47A-D5E2-9EC6-0DE16912A55E}"/>
              </a:ext>
            </a:extLst>
          </p:cNvPr>
          <p:cNvSpPr/>
          <p:nvPr/>
        </p:nvSpPr>
        <p:spPr>
          <a:xfrm>
            <a:off x="9168426" y="6225727"/>
            <a:ext cx="875623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</a:t>
            </a:r>
            <a:endParaRPr lang="zh-CN" alt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85" name="连接符: 肘形 52">
            <a:extLst>
              <a:ext uri="{FF2B5EF4-FFF2-40B4-BE49-F238E27FC236}">
                <a16:creationId xmlns:a16="http://schemas.microsoft.com/office/drawing/2014/main" id="{D7715E53-CF4E-08EA-0DCC-94ACCEF053EF}"/>
              </a:ext>
            </a:extLst>
          </p:cNvPr>
          <p:cNvCxnSpPr>
            <a:cxnSpLocks/>
            <a:stCxn id="284" idx="0"/>
            <a:endCxn id="277" idx="2"/>
          </p:cNvCxnSpPr>
          <p:nvPr/>
        </p:nvCxnSpPr>
        <p:spPr>
          <a:xfrm rot="16200000" flipV="1">
            <a:off x="8786904" y="5406392"/>
            <a:ext cx="667513" cy="971157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6" name="连接符: 肘形 55">
            <a:extLst>
              <a:ext uri="{FF2B5EF4-FFF2-40B4-BE49-F238E27FC236}">
                <a16:creationId xmlns:a16="http://schemas.microsoft.com/office/drawing/2014/main" id="{6723F970-9EC8-8886-B67A-BCA1AD1CD71C}"/>
              </a:ext>
            </a:extLst>
          </p:cNvPr>
          <p:cNvCxnSpPr>
            <a:cxnSpLocks/>
            <a:stCxn id="284" idx="0"/>
            <a:endCxn id="278" idx="2"/>
          </p:cNvCxnSpPr>
          <p:nvPr/>
        </p:nvCxnSpPr>
        <p:spPr>
          <a:xfrm rot="5400000" flipH="1" flipV="1">
            <a:off x="9272877" y="5891574"/>
            <a:ext cx="667514" cy="793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7" name="连接符: 肘形 60">
            <a:extLst>
              <a:ext uri="{FF2B5EF4-FFF2-40B4-BE49-F238E27FC236}">
                <a16:creationId xmlns:a16="http://schemas.microsoft.com/office/drawing/2014/main" id="{1D4DD3DB-B3E7-9EF6-AB3E-78B5EB1F6EB6}"/>
              </a:ext>
            </a:extLst>
          </p:cNvPr>
          <p:cNvCxnSpPr>
            <a:cxnSpLocks/>
            <a:stCxn id="284" idx="0"/>
            <a:endCxn id="279" idx="2"/>
          </p:cNvCxnSpPr>
          <p:nvPr/>
        </p:nvCxnSpPr>
        <p:spPr>
          <a:xfrm rot="5400000" flipH="1" flipV="1">
            <a:off x="9758852" y="5405599"/>
            <a:ext cx="667514" cy="972743"/>
          </a:xfrm>
          <a:prstGeom prst="bentConnector3">
            <a:avLst>
              <a:gd name="adj1" fmla="val 29452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8" name="文本框 287">
            <a:extLst>
              <a:ext uri="{FF2B5EF4-FFF2-40B4-BE49-F238E27FC236}">
                <a16:creationId xmlns:a16="http://schemas.microsoft.com/office/drawing/2014/main" id="{42E66EFF-DFCF-C1A9-4483-8912B1E71245}"/>
              </a:ext>
            </a:extLst>
          </p:cNvPr>
          <p:cNvSpPr txBox="1"/>
          <p:nvPr/>
        </p:nvSpPr>
        <p:spPr>
          <a:xfrm>
            <a:off x="832222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89" name="文本框 288">
            <a:extLst>
              <a:ext uri="{FF2B5EF4-FFF2-40B4-BE49-F238E27FC236}">
                <a16:creationId xmlns:a16="http://schemas.microsoft.com/office/drawing/2014/main" id="{ADA98B04-4873-49B4-03FF-A63F5F6A3DEA}"/>
              </a:ext>
            </a:extLst>
          </p:cNvPr>
          <p:cNvSpPr txBox="1"/>
          <p:nvPr/>
        </p:nvSpPr>
        <p:spPr>
          <a:xfrm>
            <a:off x="9295192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0" name="文本框 289">
            <a:extLst>
              <a:ext uri="{FF2B5EF4-FFF2-40B4-BE49-F238E27FC236}">
                <a16:creationId xmlns:a16="http://schemas.microsoft.com/office/drawing/2014/main" id="{C92AB5AF-0ABE-40EB-808C-AC2100FD1093}"/>
              </a:ext>
            </a:extLst>
          </p:cNvPr>
          <p:cNvSpPr txBox="1"/>
          <p:nvPr/>
        </p:nvSpPr>
        <p:spPr>
          <a:xfrm>
            <a:off x="10266348" y="5694981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291" name="文本框 290">
            <a:extLst>
              <a:ext uri="{FF2B5EF4-FFF2-40B4-BE49-F238E27FC236}">
                <a16:creationId xmlns:a16="http://schemas.microsoft.com/office/drawing/2014/main" id="{00CC53D6-8CA4-65D5-FE07-9B179DBC1B32}"/>
              </a:ext>
            </a:extLst>
          </p:cNvPr>
          <p:cNvSpPr txBox="1"/>
          <p:nvPr/>
        </p:nvSpPr>
        <p:spPr>
          <a:xfrm>
            <a:off x="9250254" y="6481876"/>
            <a:ext cx="71196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  <p:sp>
        <p:nvSpPr>
          <p:cNvPr id="292" name="文本框 291">
            <a:extLst>
              <a:ext uri="{FF2B5EF4-FFF2-40B4-BE49-F238E27FC236}">
                <a16:creationId xmlns:a16="http://schemas.microsoft.com/office/drawing/2014/main" id="{7E75A634-6519-BE8A-355C-BA94C5DB251A}"/>
              </a:ext>
            </a:extLst>
          </p:cNvPr>
          <p:cNvSpPr txBox="1"/>
          <p:nvPr/>
        </p:nvSpPr>
        <p:spPr>
          <a:xfrm>
            <a:off x="7111670" y="5268963"/>
            <a:ext cx="116492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(B,H,L,F/H)</a:t>
            </a:r>
            <a:endParaRPr lang="zh-CN" altLang="en-US" sz="1200" dirty="0"/>
          </a:p>
        </p:txBody>
      </p:sp>
      <p:sp>
        <p:nvSpPr>
          <p:cNvPr id="293" name="文本框 292">
            <a:extLst>
              <a:ext uri="{FF2B5EF4-FFF2-40B4-BE49-F238E27FC236}">
                <a16:creationId xmlns:a16="http://schemas.microsoft.com/office/drawing/2014/main" id="{1C41216C-C6BC-B6E1-8C5B-E7B5960BCE78}"/>
              </a:ext>
            </a:extLst>
          </p:cNvPr>
          <p:cNvSpPr txBox="1"/>
          <p:nvPr/>
        </p:nvSpPr>
        <p:spPr>
          <a:xfrm>
            <a:off x="8161384" y="3722711"/>
            <a:ext cx="755699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(B,H,L,L)</a:t>
            </a:r>
            <a:endParaRPr lang="zh-CN" altLang="en-US" sz="120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/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noFill/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𝐴𝑀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@</m:t>
                      </m:r>
                      <m:r>
                        <a:rPr lang="en-US" altLang="zh-CN" sz="1200" i="1">
                          <a:solidFill>
                            <a:sysClr val="windowText" lastClr="000000"/>
                          </a:solidFill>
                          <a:latin typeface="Cambria Math" panose="02040503050406030204" pitchFamily="18" charset="0"/>
                        </a:rPr>
                        <m:t>𝑉</m:t>
                      </m:r>
                    </m:oMath>
                  </m:oMathPara>
                </a14:m>
                <a:endParaRPr lang="zh-CN" altLang="en-US" sz="1200" i="1" dirty="0">
                  <a:solidFill>
                    <a:sysClr val="windowText" lastClr="000000"/>
                  </a:solidFill>
                  <a:latin typeface="Cambria Math" panose="02040503050406030204" pitchFamily="18" charset="0"/>
                </a:endParaRPr>
              </a:p>
            </p:txBody>
          </p:sp>
        </mc:Choice>
        <mc:Fallback>
          <p:sp>
            <p:nvSpPr>
              <p:cNvPr id="294" name="矩形: 圆角 73">
                <a:extLst>
                  <a:ext uri="{FF2B5EF4-FFF2-40B4-BE49-F238E27FC236}">
                    <a16:creationId xmlns:a16="http://schemas.microsoft.com/office/drawing/2014/main" id="{DDAE2D3E-681A-5DCA-34F8-6B5FDF59E72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813769" y="3724408"/>
                <a:ext cx="594855" cy="301499"/>
              </a:xfrm>
              <a:prstGeom prst="roundRect">
                <a:avLst/>
              </a:prstGeom>
              <a:blipFill>
                <a:blip r:embed="rId9"/>
                <a:stretch>
                  <a:fillRect l="-208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295" name="直接箭头连接符 76">
            <a:extLst>
              <a:ext uri="{FF2B5EF4-FFF2-40B4-BE49-F238E27FC236}">
                <a16:creationId xmlns:a16="http://schemas.microsoft.com/office/drawing/2014/main" id="{2D26FF8A-0289-9B4A-1B2E-D7E464DC3C34}"/>
              </a:ext>
            </a:extLst>
          </p:cNvPr>
          <p:cNvCxnSpPr>
            <a:cxnSpLocks/>
            <a:stCxn id="280" idx="0"/>
            <a:endCxn id="297" idx="2"/>
          </p:cNvCxnSpPr>
          <p:nvPr/>
        </p:nvCxnSpPr>
        <p:spPr>
          <a:xfrm flipH="1" flipV="1">
            <a:off x="9132832" y="4045101"/>
            <a:ext cx="1" cy="466700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6" name="文本框 295">
            <a:extLst>
              <a:ext uri="{FF2B5EF4-FFF2-40B4-BE49-F238E27FC236}">
                <a16:creationId xmlns:a16="http://schemas.microsoft.com/office/drawing/2014/main" id="{6660B8D1-8404-6814-5AB4-5B894A90F1A8}"/>
              </a:ext>
            </a:extLst>
          </p:cNvPr>
          <p:cNvSpPr txBox="1"/>
          <p:nvPr/>
        </p:nvSpPr>
        <p:spPr>
          <a:xfrm>
            <a:off x="8735433" y="4136071"/>
            <a:ext cx="800311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SoftMax</a:t>
            </a:r>
            <a:endParaRPr lang="zh-CN" altLang="en-US" sz="1200" dirty="0"/>
          </a:p>
        </p:txBody>
      </p:sp>
      <p:sp>
        <p:nvSpPr>
          <p:cNvPr id="297" name="矩形: 圆角 84">
            <a:extLst>
              <a:ext uri="{FF2B5EF4-FFF2-40B4-BE49-F238E27FC236}">
                <a16:creationId xmlns:a16="http://schemas.microsoft.com/office/drawing/2014/main" id="{EC42870A-8F40-6A3A-C905-AEE6DEFF7B2A}"/>
              </a:ext>
            </a:extLst>
          </p:cNvPr>
          <p:cNvSpPr/>
          <p:nvPr/>
        </p:nvSpPr>
        <p:spPr>
          <a:xfrm>
            <a:off x="8874043" y="3705216"/>
            <a:ext cx="517578" cy="33988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Att. </a:t>
            </a:r>
          </a:p>
          <a:p>
            <a:pPr algn="ctr">
              <a:lnSpc>
                <a:spcPts val="1200"/>
              </a:lnSpc>
            </a:pPr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Map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98" name="连接符: 肘形 91">
            <a:extLst>
              <a:ext uri="{FF2B5EF4-FFF2-40B4-BE49-F238E27FC236}">
                <a16:creationId xmlns:a16="http://schemas.microsoft.com/office/drawing/2014/main" id="{F8064A45-186B-40FF-CCB6-D8DADC11917E}"/>
              </a:ext>
            </a:extLst>
          </p:cNvPr>
          <p:cNvCxnSpPr>
            <a:cxnSpLocks/>
            <a:stCxn id="297" idx="3"/>
            <a:endCxn id="294" idx="1"/>
          </p:cNvCxnSpPr>
          <p:nvPr/>
        </p:nvCxnSpPr>
        <p:spPr>
          <a:xfrm flipV="1">
            <a:off x="9391621" y="3875158"/>
            <a:ext cx="422148" cy="1"/>
          </a:xfrm>
          <a:prstGeom prst="bentConnector3">
            <a:avLst>
              <a:gd name="adj1" fmla="val 50000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9" name="矩形: 圆角 100">
            <a:extLst>
              <a:ext uri="{FF2B5EF4-FFF2-40B4-BE49-F238E27FC236}">
                <a16:creationId xmlns:a16="http://schemas.microsoft.com/office/drawing/2014/main" id="{8C3F78DC-E7B0-954D-32B1-CA38F5F50422}"/>
              </a:ext>
            </a:extLst>
          </p:cNvPr>
          <p:cNvSpPr/>
          <p:nvPr/>
        </p:nvSpPr>
        <p:spPr>
          <a:xfrm>
            <a:off x="11172875" y="4220436"/>
            <a:ext cx="774842" cy="301499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</a:t>
            </a:r>
            <a:endParaRPr lang="zh-CN" altLang="en-US" sz="1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00" name="连接符: 肘形 101">
            <a:extLst>
              <a:ext uri="{FF2B5EF4-FFF2-40B4-BE49-F238E27FC236}">
                <a16:creationId xmlns:a16="http://schemas.microsoft.com/office/drawing/2014/main" id="{4EAD1D15-1714-823A-F266-CA3C7B980252}"/>
              </a:ext>
            </a:extLst>
          </p:cNvPr>
          <p:cNvCxnSpPr>
            <a:cxnSpLocks/>
            <a:stCxn id="294" idx="3"/>
            <a:endCxn id="299" idx="1"/>
          </p:cNvCxnSpPr>
          <p:nvPr/>
        </p:nvCxnSpPr>
        <p:spPr>
          <a:xfrm>
            <a:off x="10408624" y="3875158"/>
            <a:ext cx="764251" cy="496028"/>
          </a:xfrm>
          <a:prstGeom prst="bentConnector3">
            <a:avLst>
              <a:gd name="adj1" fmla="val 44018"/>
            </a:avLst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01" name="文本框 300">
            <a:extLst>
              <a:ext uri="{FF2B5EF4-FFF2-40B4-BE49-F238E27FC236}">
                <a16:creationId xmlns:a16="http://schemas.microsoft.com/office/drawing/2014/main" id="{EEE06C25-2BC1-2C28-6C7A-EB5993949CF1}"/>
              </a:ext>
            </a:extLst>
          </p:cNvPr>
          <p:cNvSpPr txBox="1"/>
          <p:nvPr/>
        </p:nvSpPr>
        <p:spPr>
          <a:xfrm>
            <a:off x="10427106" y="3983488"/>
            <a:ext cx="594855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200" dirty="0"/>
          </a:p>
        </p:txBody>
      </p:sp>
      <p:sp>
        <p:nvSpPr>
          <p:cNvPr id="302" name="矩形: 圆角 106">
            <a:extLst>
              <a:ext uri="{FF2B5EF4-FFF2-40B4-BE49-F238E27FC236}">
                <a16:creationId xmlns:a16="http://schemas.microsoft.com/office/drawing/2014/main" id="{2D75755F-A0E2-F17E-E921-D50D96EF041F}"/>
              </a:ext>
            </a:extLst>
          </p:cNvPr>
          <p:cNvSpPr/>
          <p:nvPr/>
        </p:nvSpPr>
        <p:spPr>
          <a:xfrm>
            <a:off x="7224560" y="5176340"/>
            <a:ext cx="3735492" cy="486467"/>
          </a:xfrm>
          <a:prstGeom prst="roundRect">
            <a:avLst>
              <a:gd name="adj" fmla="val 12245"/>
            </a:avLst>
          </a:prstGeom>
          <a:noFill/>
          <a:ln w="12700">
            <a:solidFill>
              <a:schemeClr val="tx1"/>
            </a:solidFill>
            <a:prstDash val="sysDash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3" name="文本框 302">
            <a:extLst>
              <a:ext uri="{FF2B5EF4-FFF2-40B4-BE49-F238E27FC236}">
                <a16:creationId xmlns:a16="http://schemas.microsoft.com/office/drawing/2014/main" id="{E55FCFB1-279D-739D-E7B1-2D94894AE67F}"/>
              </a:ext>
            </a:extLst>
          </p:cNvPr>
          <p:cNvSpPr txBox="1"/>
          <p:nvPr/>
        </p:nvSpPr>
        <p:spPr>
          <a:xfrm>
            <a:off x="11172875" y="4483881"/>
            <a:ext cx="774842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(B,L,F)</a:t>
            </a:r>
            <a:endParaRPr lang="zh-CN" altLang="en-US" sz="1200" dirty="0"/>
          </a:p>
        </p:txBody>
      </p:sp>
    </p:spTree>
    <p:extLst>
      <p:ext uri="{BB962C8B-B14F-4D97-AF65-F5344CB8AC3E}">
        <p14:creationId xmlns:p14="http://schemas.microsoft.com/office/powerpoint/2010/main" val="29701736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" dur="500" fill="hold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1" fill="hold">
                      <p:stCondLst>
                        <p:cond delay="indefinite"/>
                      </p:stCondLst>
                      <p:childTnLst>
                        <p:par>
                          <p:cTn id="22" fill="hold">
                            <p:stCondLst>
                              <p:cond delay="0"/>
                            </p:stCondLst>
                            <p:childTnLst>
                              <p:par>
                                <p:cTn id="23" presetID="2" presetClass="exit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4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5" dur="500"/>
                                        <p:tgtEl>
                                          <p:spTgt spid="1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28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9" dur="500"/>
                                        <p:tgtEl>
                                          <p:spTgt spid="1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1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2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3" dur="500"/>
                                        <p:tgtEl>
                                          <p:spTgt spid="23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2" presetClass="exit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id="36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x"/>
                                          </p:val>
                                        </p:tav>
                                        <p:tav tm="100000">
                                          <p:val>
                                            <p:strVal val="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37" dur="500"/>
                                        <p:tgtEl>
                                          <p:spTgt spid="1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ppt_y"/>
                                          </p:val>
                                        </p:tav>
                                        <p:tav tm="100000">
                                          <p:val>
                                            <p:strVal val="1+ppt_h/2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9" fill="hold">
                      <p:stCondLst>
                        <p:cond delay="indefinite"/>
                      </p:stCondLst>
                      <p:childTnLst>
                        <p:par>
                          <p:cTn id="40" fill="hold">
                            <p:stCondLst>
                              <p:cond delay="0"/>
                            </p:stCondLst>
                            <p:childTnLst>
                              <p:par>
                                <p:cTn id="41" presetID="2" presetClass="entr" presetSubtype="4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3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4" dur="500" fill="hold"/>
                                        <p:tgtEl>
                                          <p:spTgt spid="21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47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48" dur="500" fill="hold"/>
                                        <p:tgtEl>
                                          <p:spTgt spid="21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1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2" dur="500" fill="hold"/>
                                        <p:tgtEl>
                                          <p:spTgt spid="2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5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56" dur="500" fill="hold"/>
                                        <p:tgtEl>
                                          <p:spTgt spid="23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7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59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0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5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66" dur="500" fill="hold"/>
                                        <p:tgtEl>
                                          <p:spTgt spid="2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69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0" dur="500" fill="hold"/>
                                        <p:tgtEl>
                                          <p:spTgt spid="2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3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4" dur="500" fill="hold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7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7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78" dur="500" fill="hold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1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2" dur="500" fill="hold"/>
                                        <p:tgtEl>
                                          <p:spTgt spid="26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5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6" dur="500" fill="hold"/>
                                        <p:tgtEl>
                                          <p:spTgt spid="26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8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89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0" dur="500" fill="hold"/>
                                        <p:tgtEl>
                                          <p:spTgt spid="26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3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4" dur="500" fill="hold"/>
                                        <p:tgtEl>
                                          <p:spTgt spid="27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97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98" dur="500" fill="hold"/>
                                        <p:tgtEl>
                                          <p:spTgt spid="2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1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2" dur="500" fill="hold"/>
                                        <p:tgtEl>
                                          <p:spTgt spid="27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03" fill="hold">
                      <p:stCondLst>
                        <p:cond delay="indefinite"/>
                      </p:stCondLst>
                      <p:childTnLst>
                        <p:par>
                          <p:cTn id="104" fill="hold">
                            <p:stCondLst>
                              <p:cond delay="0"/>
                            </p:stCondLst>
                            <p:childTnLst>
                              <p:par>
                                <p:cTn id="10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07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08" dur="500" fill="hold"/>
                                        <p:tgtEl>
                                          <p:spTgt spid="2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1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2" dur="500" fill="hold"/>
                                        <p:tgtEl>
                                          <p:spTgt spid="27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5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16" dur="500" fill="hold"/>
                                        <p:tgtEl>
                                          <p:spTgt spid="27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1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9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0" dur="500" fill="hold"/>
                                        <p:tgtEl>
                                          <p:spTgt spid="2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3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4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27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8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2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1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2" dur="5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5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36" dur="500" fill="hold"/>
                                        <p:tgtEl>
                                          <p:spTgt spid="2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39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0" dur="500" fill="hold"/>
                                        <p:tgtEl>
                                          <p:spTgt spid="28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3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4" dur="500" fill="hold"/>
                                        <p:tgtEl>
                                          <p:spTgt spid="2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5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47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48" dur="500" fill="hold"/>
                                        <p:tgtEl>
                                          <p:spTgt spid="28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49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1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2" dur="500" fill="hold"/>
                                        <p:tgtEl>
                                          <p:spTgt spid="28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5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56" dur="500" fill="hold"/>
                                        <p:tgtEl>
                                          <p:spTgt spid="28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5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9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0" dur="500" fill="hold"/>
                                        <p:tgtEl>
                                          <p:spTgt spid="28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1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3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4" dur="500" fill="hold"/>
                                        <p:tgtEl>
                                          <p:spTgt spid="29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67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8" dur="500" fill="hold"/>
                                        <p:tgtEl>
                                          <p:spTgt spid="29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6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1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2" dur="500" fill="hold"/>
                                        <p:tgtEl>
                                          <p:spTgt spid="29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5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76" dur="500" fill="hold"/>
                                        <p:tgtEl>
                                          <p:spTgt spid="29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7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79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0" dur="500" fill="hold"/>
                                        <p:tgtEl>
                                          <p:spTgt spid="29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3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4" dur="500" fill="hold"/>
                                        <p:tgtEl>
                                          <p:spTgt spid="29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87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88" dur="500" fill="hold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8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1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2" dur="500" fill="hold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3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5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96" dur="500" fill="hold"/>
                                        <p:tgtEl>
                                          <p:spTgt spid="29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97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99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0" dur="500" fill="hold"/>
                                        <p:tgtEl>
                                          <p:spTgt spid="29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1" presetID="2" presetClass="entr" presetSubtype="4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3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4" dur="500" fill="hold"/>
                                        <p:tgtEl>
                                          <p:spTgt spid="30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07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08" dur="500" fill="hold"/>
                                        <p:tgtEl>
                                          <p:spTgt spid="30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0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1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2" dur="500" fill="hold"/>
                                        <p:tgtEl>
                                          <p:spTgt spid="30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2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215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216" dur="500" fill="hold"/>
                                        <p:tgtEl>
                                          <p:spTgt spid="30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62" grpId="0" animBg="1"/>
      <p:bldP spid="264" grpId="0" animBg="1"/>
      <p:bldP spid="265" grpId="0" animBg="1"/>
      <p:bldP spid="266" grpId="0" animBg="1"/>
      <p:bldP spid="267" grpId="0" animBg="1"/>
      <p:bldP spid="268" grpId="0" animBg="1"/>
      <p:bldP spid="269" grpId="0"/>
      <p:bldP spid="270" grpId="0"/>
      <p:bldP spid="274" grpId="0"/>
      <p:bldP spid="275" grpId="0" animBg="1"/>
      <p:bldP spid="277" grpId="0" animBg="1"/>
      <p:bldP spid="278" grpId="0" animBg="1"/>
      <p:bldP spid="279" grpId="0" animBg="1"/>
      <p:bldP spid="280" grpId="0" animBg="1"/>
      <p:bldP spid="284" grpId="0" animBg="1"/>
      <p:bldP spid="288" grpId="0"/>
      <p:bldP spid="289" grpId="0"/>
      <p:bldP spid="290" grpId="0"/>
      <p:bldP spid="291" grpId="0"/>
      <p:bldP spid="292" grpId="0"/>
      <p:bldP spid="293" grpId="0"/>
      <p:bldP spid="294" grpId="0" animBg="1"/>
      <p:bldP spid="296" grpId="0"/>
      <p:bldP spid="297" grpId="0" animBg="1"/>
      <p:bldP spid="299" grpId="0" animBg="1"/>
      <p:bldP spid="301" grpId="0"/>
      <p:bldP spid="302" grpId="0" animBg="1"/>
      <p:bldP spid="303" grpId="0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文本框 4">
            <a:extLst>
              <a:ext uri="{FF2B5EF4-FFF2-40B4-BE49-F238E27FC236}">
                <a16:creationId xmlns:a16="http://schemas.microsoft.com/office/drawing/2014/main" id="{75B61642-62DB-69BE-D90C-F0E74B70EAFC}"/>
              </a:ext>
            </a:extLst>
          </p:cNvPr>
          <p:cNvSpPr txBox="1"/>
          <p:nvPr/>
        </p:nvSpPr>
        <p:spPr>
          <a:xfrm>
            <a:off x="160544" y="161745"/>
            <a:ext cx="9109099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KV cache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244639095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DDFF68-E062-3950-699F-00D90CF59F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圆角矩形 2">
            <a:extLst>
              <a:ext uri="{FF2B5EF4-FFF2-40B4-BE49-F238E27FC236}">
                <a16:creationId xmlns:a16="http://schemas.microsoft.com/office/drawing/2014/main" id="{0F683B43-89ED-32C2-947A-81F618EB545C}"/>
              </a:ext>
            </a:extLst>
          </p:cNvPr>
          <p:cNvSpPr/>
          <p:nvPr/>
        </p:nvSpPr>
        <p:spPr>
          <a:xfrm>
            <a:off x="94811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圆角矩形 3">
            <a:extLst>
              <a:ext uri="{FF2B5EF4-FFF2-40B4-BE49-F238E27FC236}">
                <a16:creationId xmlns:a16="http://schemas.microsoft.com/office/drawing/2014/main" id="{D7190898-5B5A-9500-BB0F-2CA43DCC55BD}"/>
              </a:ext>
            </a:extLst>
          </p:cNvPr>
          <p:cNvSpPr/>
          <p:nvPr/>
        </p:nvSpPr>
        <p:spPr>
          <a:xfrm>
            <a:off x="1307597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圆角矩形 4">
            <a:extLst>
              <a:ext uri="{FF2B5EF4-FFF2-40B4-BE49-F238E27FC236}">
                <a16:creationId xmlns:a16="http://schemas.microsoft.com/office/drawing/2014/main" id="{37CA2A0D-B368-3A81-C7DB-4A05B2240028}"/>
              </a:ext>
            </a:extLst>
          </p:cNvPr>
          <p:cNvSpPr/>
          <p:nvPr/>
        </p:nvSpPr>
        <p:spPr>
          <a:xfrm>
            <a:off x="1667075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圆角矩形 5">
            <a:extLst>
              <a:ext uri="{FF2B5EF4-FFF2-40B4-BE49-F238E27FC236}">
                <a16:creationId xmlns:a16="http://schemas.microsoft.com/office/drawing/2014/main" id="{21B35279-D24F-4EB9-183E-389B6D062F49}"/>
              </a:ext>
            </a:extLst>
          </p:cNvPr>
          <p:cNvSpPr/>
          <p:nvPr/>
        </p:nvSpPr>
        <p:spPr>
          <a:xfrm>
            <a:off x="2026553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圆角矩形 6">
            <a:extLst>
              <a:ext uri="{FF2B5EF4-FFF2-40B4-BE49-F238E27FC236}">
                <a16:creationId xmlns:a16="http://schemas.microsoft.com/office/drawing/2014/main" id="{345C2981-CAD7-7FFA-B50A-CF03EFE3C70B}"/>
              </a:ext>
            </a:extLst>
          </p:cNvPr>
          <p:cNvSpPr/>
          <p:nvPr/>
        </p:nvSpPr>
        <p:spPr>
          <a:xfrm>
            <a:off x="2386031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圆角矩形 8">
            <a:extLst>
              <a:ext uri="{FF2B5EF4-FFF2-40B4-BE49-F238E27FC236}">
                <a16:creationId xmlns:a16="http://schemas.microsoft.com/office/drawing/2014/main" id="{9D122431-F143-49CE-41B3-3D9FE8D9D52E}"/>
              </a:ext>
            </a:extLst>
          </p:cNvPr>
          <p:cNvSpPr/>
          <p:nvPr/>
        </p:nvSpPr>
        <p:spPr>
          <a:xfrm>
            <a:off x="2745509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圆角矩形 15">
            <a:extLst>
              <a:ext uri="{FF2B5EF4-FFF2-40B4-BE49-F238E27FC236}">
                <a16:creationId xmlns:a16="http://schemas.microsoft.com/office/drawing/2014/main" id="{1D4D01CC-B198-2C9A-C3AB-41292A79904F}"/>
              </a:ext>
            </a:extLst>
          </p:cNvPr>
          <p:cNvSpPr/>
          <p:nvPr/>
        </p:nvSpPr>
        <p:spPr>
          <a:xfrm>
            <a:off x="94811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圆角矩形 16">
            <a:extLst>
              <a:ext uri="{FF2B5EF4-FFF2-40B4-BE49-F238E27FC236}">
                <a16:creationId xmlns:a16="http://schemas.microsoft.com/office/drawing/2014/main" id="{AD1A23C8-9DE0-A709-2A8C-3B0FC9BB6188}"/>
              </a:ext>
            </a:extLst>
          </p:cNvPr>
          <p:cNvSpPr/>
          <p:nvPr/>
        </p:nvSpPr>
        <p:spPr>
          <a:xfrm>
            <a:off x="1307597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圆角矩形 17">
            <a:extLst>
              <a:ext uri="{FF2B5EF4-FFF2-40B4-BE49-F238E27FC236}">
                <a16:creationId xmlns:a16="http://schemas.microsoft.com/office/drawing/2014/main" id="{A64DDDB7-EE1F-53D2-5C50-C44179E88914}"/>
              </a:ext>
            </a:extLst>
          </p:cNvPr>
          <p:cNvSpPr/>
          <p:nvPr/>
        </p:nvSpPr>
        <p:spPr>
          <a:xfrm>
            <a:off x="166707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圆角矩形 18">
            <a:extLst>
              <a:ext uri="{FF2B5EF4-FFF2-40B4-BE49-F238E27FC236}">
                <a16:creationId xmlns:a16="http://schemas.microsoft.com/office/drawing/2014/main" id="{DF5EA239-105A-DFDD-E525-B2F9F4A452FC}"/>
              </a:ext>
            </a:extLst>
          </p:cNvPr>
          <p:cNvSpPr/>
          <p:nvPr/>
        </p:nvSpPr>
        <p:spPr>
          <a:xfrm>
            <a:off x="202655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圆角矩形 19">
            <a:extLst>
              <a:ext uri="{FF2B5EF4-FFF2-40B4-BE49-F238E27FC236}">
                <a16:creationId xmlns:a16="http://schemas.microsoft.com/office/drawing/2014/main" id="{2D1F7777-C469-4EF9-0DF3-71BEDBDC7A7E}"/>
              </a:ext>
            </a:extLst>
          </p:cNvPr>
          <p:cNvSpPr/>
          <p:nvPr/>
        </p:nvSpPr>
        <p:spPr>
          <a:xfrm>
            <a:off x="238603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圆角矩形 20">
            <a:extLst>
              <a:ext uri="{FF2B5EF4-FFF2-40B4-BE49-F238E27FC236}">
                <a16:creationId xmlns:a16="http://schemas.microsoft.com/office/drawing/2014/main" id="{89AAC2E0-35BE-D036-A3FF-B8001F0B46B5}"/>
              </a:ext>
            </a:extLst>
          </p:cNvPr>
          <p:cNvSpPr/>
          <p:nvPr/>
        </p:nvSpPr>
        <p:spPr>
          <a:xfrm>
            <a:off x="274550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文本框 23">
            <a:extLst>
              <a:ext uri="{FF2B5EF4-FFF2-40B4-BE49-F238E27FC236}">
                <a16:creationId xmlns:a16="http://schemas.microsoft.com/office/drawing/2014/main" id="{C6463BF9-F1FA-ABCD-C82B-3D595EAC766B}"/>
              </a:ext>
            </a:extLst>
          </p:cNvPr>
          <p:cNvSpPr txBox="1"/>
          <p:nvPr/>
        </p:nvSpPr>
        <p:spPr>
          <a:xfrm>
            <a:off x="843914" y="4830667"/>
            <a:ext cx="2215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MHA</a:t>
            </a:r>
            <a:endParaRPr lang="zh-CN" altLang="en-US" sz="1400" dirty="0"/>
          </a:p>
        </p:txBody>
      </p:sp>
      <p:cxnSp>
        <p:nvCxnSpPr>
          <p:cNvPr id="26" name="直线连接符 25">
            <a:extLst>
              <a:ext uri="{FF2B5EF4-FFF2-40B4-BE49-F238E27FC236}">
                <a16:creationId xmlns:a16="http://schemas.microsoft.com/office/drawing/2014/main" id="{CFF35C45-C042-1D4B-2FA7-FC1D706C45CD}"/>
              </a:ext>
            </a:extLst>
          </p:cNvPr>
          <p:cNvCxnSpPr>
            <a:stCxn id="16" idx="0"/>
            <a:endCxn id="3" idx="2"/>
          </p:cNvCxnSpPr>
          <p:nvPr/>
        </p:nvCxnSpPr>
        <p:spPr>
          <a:xfrm flipV="1">
            <a:off x="104235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直线连接符 26">
            <a:extLst>
              <a:ext uri="{FF2B5EF4-FFF2-40B4-BE49-F238E27FC236}">
                <a16:creationId xmlns:a16="http://schemas.microsoft.com/office/drawing/2014/main" id="{E3D67E03-885A-A709-61FE-6C86FC1344EC}"/>
              </a:ext>
            </a:extLst>
          </p:cNvPr>
          <p:cNvCxnSpPr>
            <a:cxnSpLocks/>
            <a:stCxn id="17" idx="0"/>
            <a:endCxn id="4" idx="2"/>
          </p:cNvCxnSpPr>
          <p:nvPr/>
        </p:nvCxnSpPr>
        <p:spPr>
          <a:xfrm flipV="1">
            <a:off x="1401829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8" name="直线连接符 27">
            <a:extLst>
              <a:ext uri="{FF2B5EF4-FFF2-40B4-BE49-F238E27FC236}">
                <a16:creationId xmlns:a16="http://schemas.microsoft.com/office/drawing/2014/main" id="{D8162CA9-A199-C2FD-4CE0-0C4898EDF27F}"/>
              </a:ext>
            </a:extLst>
          </p:cNvPr>
          <p:cNvCxnSpPr>
            <a:cxnSpLocks/>
            <a:stCxn id="21" idx="0"/>
            <a:endCxn id="9" idx="2"/>
          </p:cNvCxnSpPr>
          <p:nvPr/>
        </p:nvCxnSpPr>
        <p:spPr>
          <a:xfrm flipV="1">
            <a:off x="2839741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9" name="直线连接符 28">
            <a:extLst>
              <a:ext uri="{FF2B5EF4-FFF2-40B4-BE49-F238E27FC236}">
                <a16:creationId xmlns:a16="http://schemas.microsoft.com/office/drawing/2014/main" id="{E3BE7ED9-240A-756C-64EE-303F2DFF6A52}"/>
              </a:ext>
            </a:extLst>
          </p:cNvPr>
          <p:cNvCxnSpPr>
            <a:cxnSpLocks/>
            <a:stCxn id="20" idx="0"/>
            <a:endCxn id="7" idx="2"/>
          </p:cNvCxnSpPr>
          <p:nvPr/>
        </p:nvCxnSpPr>
        <p:spPr>
          <a:xfrm flipV="1">
            <a:off x="2480263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0" name="直线连接符 29">
            <a:extLst>
              <a:ext uri="{FF2B5EF4-FFF2-40B4-BE49-F238E27FC236}">
                <a16:creationId xmlns:a16="http://schemas.microsoft.com/office/drawing/2014/main" id="{6FCE802F-75C5-1A1F-559E-F4C0A6C3AB33}"/>
              </a:ext>
            </a:extLst>
          </p:cNvPr>
          <p:cNvCxnSpPr>
            <a:cxnSpLocks/>
            <a:stCxn id="19" idx="0"/>
            <a:endCxn id="6" idx="2"/>
          </p:cNvCxnSpPr>
          <p:nvPr/>
        </p:nvCxnSpPr>
        <p:spPr>
          <a:xfrm flipV="1">
            <a:off x="2120785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1" name="直线连接符 30">
            <a:extLst>
              <a:ext uri="{FF2B5EF4-FFF2-40B4-BE49-F238E27FC236}">
                <a16:creationId xmlns:a16="http://schemas.microsoft.com/office/drawing/2014/main" id="{F7551B4D-B086-E66D-9F8F-120CC22A4EE3}"/>
              </a:ext>
            </a:extLst>
          </p:cNvPr>
          <p:cNvCxnSpPr>
            <a:cxnSpLocks/>
            <a:stCxn id="18" idx="0"/>
            <a:endCxn id="5" idx="2"/>
          </p:cNvCxnSpPr>
          <p:nvPr/>
        </p:nvCxnSpPr>
        <p:spPr>
          <a:xfrm flipV="1">
            <a:off x="1761307" y="2080825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文本框 41">
            <a:extLst>
              <a:ext uri="{FF2B5EF4-FFF2-40B4-BE49-F238E27FC236}">
                <a16:creationId xmlns:a16="http://schemas.microsoft.com/office/drawing/2014/main" id="{CEA6E24B-D361-F4E6-7FEE-DE643405E6D1}"/>
              </a:ext>
            </a:extLst>
          </p:cNvPr>
          <p:cNvSpPr txBox="1"/>
          <p:nvPr/>
        </p:nvSpPr>
        <p:spPr>
          <a:xfrm>
            <a:off x="386217" y="4029461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sz="18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Q</a:t>
            </a:r>
            <a:endParaRPr lang="zh-CN" altLang="en-US" dirty="0"/>
          </a:p>
        </p:txBody>
      </p:sp>
      <p:sp>
        <p:nvSpPr>
          <p:cNvPr id="43" name="文本框 42">
            <a:extLst>
              <a:ext uri="{FF2B5EF4-FFF2-40B4-BE49-F238E27FC236}">
                <a16:creationId xmlns:a16="http://schemas.microsoft.com/office/drawing/2014/main" id="{625202A4-9289-D5CE-62E7-95A32781431F}"/>
              </a:ext>
            </a:extLst>
          </p:cNvPr>
          <p:cNvSpPr txBox="1"/>
          <p:nvPr/>
        </p:nvSpPr>
        <p:spPr>
          <a:xfrm>
            <a:off x="386217" y="2752093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K</a:t>
            </a:r>
            <a:endParaRPr lang="zh-CN" altLang="en-US" dirty="0"/>
          </a:p>
        </p:txBody>
      </p:sp>
      <p:sp>
        <p:nvSpPr>
          <p:cNvPr id="44" name="文本框 43">
            <a:extLst>
              <a:ext uri="{FF2B5EF4-FFF2-40B4-BE49-F238E27FC236}">
                <a16:creationId xmlns:a16="http://schemas.microsoft.com/office/drawing/2014/main" id="{23188479-3383-3ECC-6EB2-9C3479D5F32F}"/>
              </a:ext>
            </a:extLst>
          </p:cNvPr>
          <p:cNvSpPr txBox="1"/>
          <p:nvPr/>
        </p:nvSpPr>
        <p:spPr>
          <a:xfrm>
            <a:off x="386217" y="1474725"/>
            <a:ext cx="3559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zh-CN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V</a:t>
            </a:r>
            <a:endParaRPr lang="zh-CN" altLang="en-US" dirty="0"/>
          </a:p>
        </p:txBody>
      </p:sp>
      <p:sp>
        <p:nvSpPr>
          <p:cNvPr id="47" name="圆角矩形 46">
            <a:extLst>
              <a:ext uri="{FF2B5EF4-FFF2-40B4-BE49-F238E27FC236}">
                <a16:creationId xmlns:a16="http://schemas.microsoft.com/office/drawing/2014/main" id="{C78728AC-47F0-0915-E487-2877D63B951F}"/>
              </a:ext>
            </a:extLst>
          </p:cNvPr>
          <p:cNvSpPr/>
          <p:nvPr/>
        </p:nvSpPr>
        <p:spPr>
          <a:xfrm>
            <a:off x="4305574" y="1237971"/>
            <a:ext cx="188464" cy="842854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56" name="圆角矩形 55">
            <a:extLst>
              <a:ext uri="{FF2B5EF4-FFF2-40B4-BE49-F238E27FC236}">
                <a16:creationId xmlns:a16="http://schemas.microsoft.com/office/drawing/2014/main" id="{7F03A80E-8269-D360-4670-4377CFF10C0A}"/>
              </a:ext>
            </a:extLst>
          </p:cNvPr>
          <p:cNvSpPr/>
          <p:nvPr/>
        </p:nvSpPr>
        <p:spPr>
          <a:xfrm>
            <a:off x="4305574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69" name="圆角矩形 68">
            <a:extLst>
              <a:ext uri="{FF2B5EF4-FFF2-40B4-BE49-F238E27FC236}">
                <a16:creationId xmlns:a16="http://schemas.microsoft.com/office/drawing/2014/main" id="{C152E50A-E0CB-37A6-458D-980F0CC42E93}"/>
              </a:ext>
            </a:extLst>
          </p:cNvPr>
          <p:cNvSpPr/>
          <p:nvPr/>
        </p:nvSpPr>
        <p:spPr>
          <a:xfrm>
            <a:off x="339815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0" name="圆角矩形 69">
            <a:extLst>
              <a:ext uri="{FF2B5EF4-FFF2-40B4-BE49-F238E27FC236}">
                <a16:creationId xmlns:a16="http://schemas.microsoft.com/office/drawing/2014/main" id="{4131A290-A153-C701-D6E9-06ECCF30D6FF}"/>
              </a:ext>
            </a:extLst>
          </p:cNvPr>
          <p:cNvSpPr/>
          <p:nvPr/>
        </p:nvSpPr>
        <p:spPr>
          <a:xfrm>
            <a:off x="3757636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1" name="圆角矩形 70">
            <a:extLst>
              <a:ext uri="{FF2B5EF4-FFF2-40B4-BE49-F238E27FC236}">
                <a16:creationId xmlns:a16="http://schemas.microsoft.com/office/drawing/2014/main" id="{0242B847-1314-0D4A-26AE-8D75D4BDABD7}"/>
              </a:ext>
            </a:extLst>
          </p:cNvPr>
          <p:cNvSpPr/>
          <p:nvPr/>
        </p:nvSpPr>
        <p:spPr>
          <a:xfrm>
            <a:off x="4117114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2" name="圆角矩形 71">
            <a:extLst>
              <a:ext uri="{FF2B5EF4-FFF2-40B4-BE49-F238E27FC236}">
                <a16:creationId xmlns:a16="http://schemas.microsoft.com/office/drawing/2014/main" id="{A1CE2153-3AD9-A4FF-5D23-9EDEC357D136}"/>
              </a:ext>
            </a:extLst>
          </p:cNvPr>
          <p:cNvSpPr/>
          <p:nvPr/>
        </p:nvSpPr>
        <p:spPr>
          <a:xfrm>
            <a:off x="4476592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3" name="圆角矩形 72">
            <a:extLst>
              <a:ext uri="{FF2B5EF4-FFF2-40B4-BE49-F238E27FC236}">
                <a16:creationId xmlns:a16="http://schemas.microsoft.com/office/drawing/2014/main" id="{0EF1E76C-5B27-1D33-943D-240F03AEAA48}"/>
              </a:ext>
            </a:extLst>
          </p:cNvPr>
          <p:cNvSpPr/>
          <p:nvPr/>
        </p:nvSpPr>
        <p:spPr>
          <a:xfrm>
            <a:off x="4836070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74" name="圆角矩形 73">
            <a:extLst>
              <a:ext uri="{FF2B5EF4-FFF2-40B4-BE49-F238E27FC236}">
                <a16:creationId xmlns:a16="http://schemas.microsoft.com/office/drawing/2014/main" id="{BDC71BE2-9DB7-48A6-8E4C-B52AA2FCBEFF}"/>
              </a:ext>
            </a:extLst>
          </p:cNvPr>
          <p:cNvSpPr/>
          <p:nvPr/>
        </p:nvSpPr>
        <p:spPr>
          <a:xfrm>
            <a:off x="5195548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88" name="直线连接符 87">
            <a:extLst>
              <a:ext uri="{FF2B5EF4-FFF2-40B4-BE49-F238E27FC236}">
                <a16:creationId xmlns:a16="http://schemas.microsoft.com/office/drawing/2014/main" id="{86CEBCFE-8988-AD69-A7DC-A39441663BA9}"/>
              </a:ext>
            </a:extLst>
          </p:cNvPr>
          <p:cNvCxnSpPr>
            <a:cxnSpLocks/>
            <a:stCxn id="69" idx="0"/>
            <a:endCxn id="56" idx="2"/>
          </p:cNvCxnSpPr>
          <p:nvPr/>
        </p:nvCxnSpPr>
        <p:spPr>
          <a:xfrm flipV="1">
            <a:off x="3492390" y="3358190"/>
            <a:ext cx="907416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3" name="直线连接符 92">
            <a:extLst>
              <a:ext uri="{FF2B5EF4-FFF2-40B4-BE49-F238E27FC236}">
                <a16:creationId xmlns:a16="http://schemas.microsoft.com/office/drawing/2014/main" id="{ACD0F373-9B49-A58C-08EB-09ABA78F3D1C}"/>
              </a:ext>
            </a:extLst>
          </p:cNvPr>
          <p:cNvCxnSpPr/>
          <p:nvPr/>
        </p:nvCxnSpPr>
        <p:spPr>
          <a:xfrm>
            <a:off x="3160832" y="1474725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2" name="直线连接符 101">
            <a:extLst>
              <a:ext uri="{FF2B5EF4-FFF2-40B4-BE49-F238E27FC236}">
                <a16:creationId xmlns:a16="http://schemas.microsoft.com/office/drawing/2014/main" id="{DA9F8256-EE4C-7617-CC0C-20C6263E7B44}"/>
              </a:ext>
            </a:extLst>
          </p:cNvPr>
          <p:cNvCxnSpPr>
            <a:cxnSpLocks/>
            <a:stCxn id="70" idx="0"/>
            <a:endCxn id="56" idx="2"/>
          </p:cNvCxnSpPr>
          <p:nvPr/>
        </p:nvCxnSpPr>
        <p:spPr>
          <a:xfrm flipV="1">
            <a:off x="3851868" y="3358190"/>
            <a:ext cx="54793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6" name="直线连接符 105">
            <a:extLst>
              <a:ext uri="{FF2B5EF4-FFF2-40B4-BE49-F238E27FC236}">
                <a16:creationId xmlns:a16="http://schemas.microsoft.com/office/drawing/2014/main" id="{CE6D55B9-CCF2-540A-6284-1E4AFE200B9C}"/>
              </a:ext>
            </a:extLst>
          </p:cNvPr>
          <p:cNvCxnSpPr>
            <a:cxnSpLocks/>
            <a:stCxn id="71" idx="0"/>
            <a:endCxn id="56" idx="2"/>
          </p:cNvCxnSpPr>
          <p:nvPr/>
        </p:nvCxnSpPr>
        <p:spPr>
          <a:xfrm flipV="1">
            <a:off x="4211346" y="3358190"/>
            <a:ext cx="18846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线连接符 106">
            <a:extLst>
              <a:ext uri="{FF2B5EF4-FFF2-40B4-BE49-F238E27FC236}">
                <a16:creationId xmlns:a16="http://schemas.microsoft.com/office/drawing/2014/main" id="{0EFE4717-1F4D-DCB1-6162-B17EF92F198A}"/>
              </a:ext>
            </a:extLst>
          </p:cNvPr>
          <p:cNvCxnSpPr>
            <a:cxnSpLocks/>
            <a:stCxn id="72" idx="0"/>
            <a:endCxn id="56" idx="2"/>
          </p:cNvCxnSpPr>
          <p:nvPr/>
        </p:nvCxnSpPr>
        <p:spPr>
          <a:xfrm flipH="1" flipV="1">
            <a:off x="4399806" y="3358190"/>
            <a:ext cx="17101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9" name="直线连接符 108">
            <a:extLst>
              <a:ext uri="{FF2B5EF4-FFF2-40B4-BE49-F238E27FC236}">
                <a16:creationId xmlns:a16="http://schemas.microsoft.com/office/drawing/2014/main" id="{9343E975-1121-4CCC-5664-3F0556412138}"/>
              </a:ext>
            </a:extLst>
          </p:cNvPr>
          <p:cNvCxnSpPr>
            <a:cxnSpLocks/>
            <a:stCxn id="73" idx="0"/>
            <a:endCxn id="56" idx="2"/>
          </p:cNvCxnSpPr>
          <p:nvPr/>
        </p:nvCxnSpPr>
        <p:spPr>
          <a:xfrm flipH="1" flipV="1">
            <a:off x="4399806" y="3358190"/>
            <a:ext cx="530496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0" name="直线连接符 109">
            <a:extLst>
              <a:ext uri="{FF2B5EF4-FFF2-40B4-BE49-F238E27FC236}">
                <a16:creationId xmlns:a16="http://schemas.microsoft.com/office/drawing/2014/main" id="{94813C09-AE22-443E-1188-23EBECB46E92}"/>
              </a:ext>
            </a:extLst>
          </p:cNvPr>
          <p:cNvCxnSpPr>
            <a:cxnSpLocks/>
            <a:stCxn id="74" idx="0"/>
            <a:endCxn id="56" idx="2"/>
          </p:cNvCxnSpPr>
          <p:nvPr/>
        </p:nvCxnSpPr>
        <p:spPr>
          <a:xfrm flipH="1" flipV="1">
            <a:off x="4399806" y="3358190"/>
            <a:ext cx="889974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11" name="直线连接符 110">
            <a:extLst>
              <a:ext uri="{FF2B5EF4-FFF2-40B4-BE49-F238E27FC236}">
                <a16:creationId xmlns:a16="http://schemas.microsoft.com/office/drawing/2014/main" id="{35392527-D81A-52A9-F76B-C82BAD40D0B4}"/>
              </a:ext>
            </a:extLst>
          </p:cNvPr>
          <p:cNvCxnSpPr>
            <a:cxnSpLocks/>
            <a:stCxn id="56" idx="0"/>
            <a:endCxn id="47" idx="2"/>
          </p:cNvCxnSpPr>
          <p:nvPr/>
        </p:nvCxnSpPr>
        <p:spPr>
          <a:xfrm flipV="1">
            <a:off x="4399806" y="2080825"/>
            <a:ext cx="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2" name="直线连接符 141">
            <a:extLst>
              <a:ext uri="{FF2B5EF4-FFF2-40B4-BE49-F238E27FC236}">
                <a16:creationId xmlns:a16="http://schemas.microsoft.com/office/drawing/2014/main" id="{E43323AA-4DB0-E07E-C235-E0AEB4FA239A}"/>
              </a:ext>
            </a:extLst>
          </p:cNvPr>
          <p:cNvCxnSpPr/>
          <p:nvPr/>
        </p:nvCxnSpPr>
        <p:spPr>
          <a:xfrm>
            <a:off x="5568989" y="1474724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6" name="圆角矩形 145">
            <a:extLst>
              <a:ext uri="{FF2B5EF4-FFF2-40B4-BE49-F238E27FC236}">
                <a16:creationId xmlns:a16="http://schemas.microsoft.com/office/drawing/2014/main" id="{29EFCCE8-DF17-74D6-2AE8-11AB32C5B35E}"/>
              </a:ext>
            </a:extLst>
          </p:cNvPr>
          <p:cNvSpPr/>
          <p:nvPr/>
        </p:nvSpPr>
        <p:spPr>
          <a:xfrm>
            <a:off x="666486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7" name="圆角矩形 146">
            <a:extLst>
              <a:ext uri="{FF2B5EF4-FFF2-40B4-BE49-F238E27FC236}">
                <a16:creationId xmlns:a16="http://schemas.microsoft.com/office/drawing/2014/main" id="{FFC24800-CC47-1000-BB94-860F35CACCA7}"/>
              </a:ext>
            </a:extLst>
          </p:cNvPr>
          <p:cNvSpPr/>
          <p:nvPr/>
        </p:nvSpPr>
        <p:spPr>
          <a:xfrm>
            <a:off x="575745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8" name="圆角矩形 147">
            <a:extLst>
              <a:ext uri="{FF2B5EF4-FFF2-40B4-BE49-F238E27FC236}">
                <a16:creationId xmlns:a16="http://schemas.microsoft.com/office/drawing/2014/main" id="{B64BF707-8353-96E6-16D7-FFF7B7195290}"/>
              </a:ext>
            </a:extLst>
          </p:cNvPr>
          <p:cNvSpPr/>
          <p:nvPr/>
        </p:nvSpPr>
        <p:spPr>
          <a:xfrm>
            <a:off x="6116931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9" name="圆角矩形 148">
            <a:extLst>
              <a:ext uri="{FF2B5EF4-FFF2-40B4-BE49-F238E27FC236}">
                <a16:creationId xmlns:a16="http://schemas.microsoft.com/office/drawing/2014/main" id="{8F6485EC-484D-F043-C9D1-8DA2A1A70883}"/>
              </a:ext>
            </a:extLst>
          </p:cNvPr>
          <p:cNvSpPr/>
          <p:nvPr/>
        </p:nvSpPr>
        <p:spPr>
          <a:xfrm>
            <a:off x="6476409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0" name="圆角矩形 149">
            <a:extLst>
              <a:ext uri="{FF2B5EF4-FFF2-40B4-BE49-F238E27FC236}">
                <a16:creationId xmlns:a16="http://schemas.microsoft.com/office/drawing/2014/main" id="{6B7C87C6-7287-ED4A-C874-C16EF4684847}"/>
              </a:ext>
            </a:extLst>
          </p:cNvPr>
          <p:cNvSpPr/>
          <p:nvPr/>
        </p:nvSpPr>
        <p:spPr>
          <a:xfrm>
            <a:off x="6835887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6" name="圆角矩形 155">
            <a:extLst>
              <a:ext uri="{FF2B5EF4-FFF2-40B4-BE49-F238E27FC236}">
                <a16:creationId xmlns:a16="http://schemas.microsoft.com/office/drawing/2014/main" id="{089B2CA6-9906-BD2C-328F-1AC2221F4ED2}"/>
              </a:ext>
            </a:extLst>
          </p:cNvPr>
          <p:cNvSpPr/>
          <p:nvPr/>
        </p:nvSpPr>
        <p:spPr>
          <a:xfrm>
            <a:off x="7195365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9" name="圆角矩形 158">
            <a:extLst>
              <a:ext uri="{FF2B5EF4-FFF2-40B4-BE49-F238E27FC236}">
                <a16:creationId xmlns:a16="http://schemas.microsoft.com/office/drawing/2014/main" id="{A451AEC1-B4BA-1F59-8662-1E13ADD13FEC}"/>
              </a:ext>
            </a:extLst>
          </p:cNvPr>
          <p:cNvSpPr/>
          <p:nvPr/>
        </p:nvSpPr>
        <p:spPr>
          <a:xfrm>
            <a:off x="7554843" y="379270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2" name="直线连接符 161">
            <a:extLst>
              <a:ext uri="{FF2B5EF4-FFF2-40B4-BE49-F238E27FC236}">
                <a16:creationId xmlns:a16="http://schemas.microsoft.com/office/drawing/2014/main" id="{9362EE93-5116-FFC7-BC14-F048C5112EE4}"/>
              </a:ext>
            </a:extLst>
          </p:cNvPr>
          <p:cNvCxnSpPr>
            <a:cxnSpLocks/>
            <a:stCxn id="147" idx="0"/>
            <a:endCxn id="184" idx="2"/>
          </p:cNvCxnSpPr>
          <p:nvPr/>
        </p:nvCxnSpPr>
        <p:spPr>
          <a:xfrm flipV="1">
            <a:off x="5851685" y="3358185"/>
            <a:ext cx="188464" cy="43451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直线连接符 162">
            <a:extLst>
              <a:ext uri="{FF2B5EF4-FFF2-40B4-BE49-F238E27FC236}">
                <a16:creationId xmlns:a16="http://schemas.microsoft.com/office/drawing/2014/main" id="{F6521D33-6F20-2A29-FE46-62F7F8440D83}"/>
              </a:ext>
            </a:extLst>
          </p:cNvPr>
          <p:cNvCxnSpPr>
            <a:cxnSpLocks/>
            <a:stCxn id="148" idx="0"/>
            <a:endCxn id="184" idx="2"/>
          </p:cNvCxnSpPr>
          <p:nvPr/>
        </p:nvCxnSpPr>
        <p:spPr>
          <a:xfrm flipH="1" flipV="1">
            <a:off x="6040149" y="3358185"/>
            <a:ext cx="171014" cy="43451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4" name="直线连接符 163">
            <a:extLst>
              <a:ext uri="{FF2B5EF4-FFF2-40B4-BE49-F238E27FC236}">
                <a16:creationId xmlns:a16="http://schemas.microsoft.com/office/drawing/2014/main" id="{2145D512-C563-8312-8EEE-D6F7C4F9A34B}"/>
              </a:ext>
            </a:extLst>
          </p:cNvPr>
          <p:cNvCxnSpPr>
            <a:cxnSpLocks/>
            <a:stCxn id="149" idx="0"/>
            <a:endCxn id="146" idx="2"/>
          </p:cNvCxnSpPr>
          <p:nvPr/>
        </p:nvCxnSpPr>
        <p:spPr>
          <a:xfrm flipV="1">
            <a:off x="6570641" y="3358190"/>
            <a:ext cx="188460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5" name="直线连接符 164">
            <a:extLst>
              <a:ext uri="{FF2B5EF4-FFF2-40B4-BE49-F238E27FC236}">
                <a16:creationId xmlns:a16="http://schemas.microsoft.com/office/drawing/2014/main" id="{2F3D0720-3265-474D-951D-EBC1A7670060}"/>
              </a:ext>
            </a:extLst>
          </p:cNvPr>
          <p:cNvCxnSpPr>
            <a:cxnSpLocks/>
            <a:stCxn id="150" idx="0"/>
            <a:endCxn id="146" idx="2"/>
          </p:cNvCxnSpPr>
          <p:nvPr/>
        </p:nvCxnSpPr>
        <p:spPr>
          <a:xfrm flipH="1" flipV="1">
            <a:off x="6759101" y="3358190"/>
            <a:ext cx="171018" cy="434510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6" name="直线连接符 165">
            <a:extLst>
              <a:ext uri="{FF2B5EF4-FFF2-40B4-BE49-F238E27FC236}">
                <a16:creationId xmlns:a16="http://schemas.microsoft.com/office/drawing/2014/main" id="{68A34238-D920-24B2-2BC9-70BE57E358B6}"/>
              </a:ext>
            </a:extLst>
          </p:cNvPr>
          <p:cNvCxnSpPr>
            <a:cxnSpLocks/>
            <a:stCxn id="156" idx="0"/>
            <a:endCxn id="192" idx="2"/>
          </p:cNvCxnSpPr>
          <p:nvPr/>
        </p:nvCxnSpPr>
        <p:spPr>
          <a:xfrm flipV="1">
            <a:off x="7289597" y="3358186"/>
            <a:ext cx="159845" cy="434514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8" name="直线连接符 167">
            <a:extLst>
              <a:ext uri="{FF2B5EF4-FFF2-40B4-BE49-F238E27FC236}">
                <a16:creationId xmlns:a16="http://schemas.microsoft.com/office/drawing/2014/main" id="{55893670-44B6-9188-94DB-7E248D501904}"/>
              </a:ext>
            </a:extLst>
          </p:cNvPr>
          <p:cNvCxnSpPr>
            <a:cxnSpLocks/>
            <a:stCxn id="159" idx="0"/>
            <a:endCxn id="192" idx="2"/>
          </p:cNvCxnSpPr>
          <p:nvPr/>
        </p:nvCxnSpPr>
        <p:spPr>
          <a:xfrm flipH="1" flipV="1">
            <a:off x="7449442" y="3358186"/>
            <a:ext cx="199633" cy="434514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4" name="圆角矩形 183">
            <a:extLst>
              <a:ext uri="{FF2B5EF4-FFF2-40B4-BE49-F238E27FC236}">
                <a16:creationId xmlns:a16="http://schemas.microsoft.com/office/drawing/2014/main" id="{8AEC56BD-8989-9DF7-EAB8-D564955DDCBC}"/>
              </a:ext>
            </a:extLst>
          </p:cNvPr>
          <p:cNvSpPr/>
          <p:nvPr/>
        </p:nvSpPr>
        <p:spPr>
          <a:xfrm>
            <a:off x="5945917" y="2515330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92" name="圆角矩形 191">
            <a:extLst>
              <a:ext uri="{FF2B5EF4-FFF2-40B4-BE49-F238E27FC236}">
                <a16:creationId xmlns:a16="http://schemas.microsoft.com/office/drawing/2014/main" id="{F7A468D8-EDA3-D93D-81F3-E02338080240}"/>
              </a:ext>
            </a:extLst>
          </p:cNvPr>
          <p:cNvSpPr/>
          <p:nvPr/>
        </p:nvSpPr>
        <p:spPr>
          <a:xfrm>
            <a:off x="7355210" y="2515331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6" name="圆角矩形 215">
            <a:extLst>
              <a:ext uri="{FF2B5EF4-FFF2-40B4-BE49-F238E27FC236}">
                <a16:creationId xmlns:a16="http://schemas.microsoft.com/office/drawing/2014/main" id="{3AE36CFB-17F0-1468-6282-F68FC6554FE1}"/>
              </a:ext>
            </a:extLst>
          </p:cNvPr>
          <p:cNvSpPr/>
          <p:nvPr/>
        </p:nvSpPr>
        <p:spPr>
          <a:xfrm>
            <a:off x="6658813" y="1237597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7" name="圆角矩形 216">
            <a:extLst>
              <a:ext uri="{FF2B5EF4-FFF2-40B4-BE49-F238E27FC236}">
                <a16:creationId xmlns:a16="http://schemas.microsoft.com/office/drawing/2014/main" id="{3F025A97-3BC2-0415-969D-3D3463F320B9}"/>
              </a:ext>
            </a:extLst>
          </p:cNvPr>
          <p:cNvSpPr/>
          <p:nvPr/>
        </p:nvSpPr>
        <p:spPr>
          <a:xfrm>
            <a:off x="5939861" y="1237592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219" name="圆角矩形 218">
            <a:extLst>
              <a:ext uri="{FF2B5EF4-FFF2-40B4-BE49-F238E27FC236}">
                <a16:creationId xmlns:a16="http://schemas.microsoft.com/office/drawing/2014/main" id="{13F09A59-498A-FAE7-869B-4D54B5268A33}"/>
              </a:ext>
            </a:extLst>
          </p:cNvPr>
          <p:cNvSpPr/>
          <p:nvPr/>
        </p:nvSpPr>
        <p:spPr>
          <a:xfrm>
            <a:off x="7349154" y="1237593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20" name="直线连接符 219">
            <a:extLst>
              <a:ext uri="{FF2B5EF4-FFF2-40B4-BE49-F238E27FC236}">
                <a16:creationId xmlns:a16="http://schemas.microsoft.com/office/drawing/2014/main" id="{C15C257F-207D-CCF5-08E5-93056D86F68D}"/>
              </a:ext>
            </a:extLst>
          </p:cNvPr>
          <p:cNvCxnSpPr>
            <a:cxnSpLocks/>
            <a:stCxn id="184" idx="0"/>
            <a:endCxn id="217" idx="2"/>
          </p:cNvCxnSpPr>
          <p:nvPr/>
        </p:nvCxnSpPr>
        <p:spPr>
          <a:xfrm flipH="1" flipV="1">
            <a:off x="6034093" y="2080447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24" name="直线连接符 223">
            <a:extLst>
              <a:ext uri="{FF2B5EF4-FFF2-40B4-BE49-F238E27FC236}">
                <a16:creationId xmlns:a16="http://schemas.microsoft.com/office/drawing/2014/main" id="{CB8BA5CB-E66B-4AE7-8027-2F88574B0797}"/>
              </a:ext>
            </a:extLst>
          </p:cNvPr>
          <p:cNvCxnSpPr>
            <a:cxnSpLocks/>
            <a:stCxn id="146" idx="0"/>
            <a:endCxn id="216" idx="2"/>
          </p:cNvCxnSpPr>
          <p:nvPr/>
        </p:nvCxnSpPr>
        <p:spPr>
          <a:xfrm flipH="1" flipV="1">
            <a:off x="6753045" y="2080452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36" name="直线连接符 235">
            <a:extLst>
              <a:ext uri="{FF2B5EF4-FFF2-40B4-BE49-F238E27FC236}">
                <a16:creationId xmlns:a16="http://schemas.microsoft.com/office/drawing/2014/main" id="{0F64D07E-67F0-EF17-5BF3-60C004DA62CF}"/>
              </a:ext>
            </a:extLst>
          </p:cNvPr>
          <p:cNvCxnSpPr>
            <a:cxnSpLocks/>
            <a:stCxn id="192" idx="0"/>
            <a:endCxn id="219" idx="2"/>
          </p:cNvCxnSpPr>
          <p:nvPr/>
        </p:nvCxnSpPr>
        <p:spPr>
          <a:xfrm flipH="1" flipV="1">
            <a:off x="7443386" y="2080448"/>
            <a:ext cx="6056" cy="434883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9" name="文本框 238">
            <a:extLst>
              <a:ext uri="{FF2B5EF4-FFF2-40B4-BE49-F238E27FC236}">
                <a16:creationId xmlns:a16="http://schemas.microsoft.com/office/drawing/2014/main" id="{1095F6A8-A954-CF32-23C4-A88C5D00B34D}"/>
              </a:ext>
            </a:extLst>
          </p:cNvPr>
          <p:cNvSpPr txBox="1"/>
          <p:nvPr/>
        </p:nvSpPr>
        <p:spPr>
          <a:xfrm>
            <a:off x="3290555" y="4830667"/>
            <a:ext cx="2215979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Multi-Query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MQA</a:t>
            </a:r>
            <a:endParaRPr lang="zh-CN" altLang="en-US" sz="1400" dirty="0"/>
          </a:p>
        </p:txBody>
      </p:sp>
      <p:sp>
        <p:nvSpPr>
          <p:cNvPr id="241" name="文本框 240">
            <a:extLst>
              <a:ext uri="{FF2B5EF4-FFF2-40B4-BE49-F238E27FC236}">
                <a16:creationId xmlns:a16="http://schemas.microsoft.com/office/drawing/2014/main" id="{70DE265B-AEBB-B97D-8BAF-577402483515}"/>
              </a:ext>
            </a:extLst>
          </p:cNvPr>
          <p:cNvSpPr txBox="1"/>
          <p:nvPr/>
        </p:nvSpPr>
        <p:spPr>
          <a:xfrm>
            <a:off x="5498294" y="4830667"/>
            <a:ext cx="2512537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Grouped-Query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GQA</a:t>
            </a:r>
            <a:endParaRPr lang="zh-CN" altLang="en-US" sz="1400" dirty="0"/>
          </a:p>
        </p:txBody>
      </p:sp>
      <p:cxnSp>
        <p:nvCxnSpPr>
          <p:cNvPr id="247" name="直线连接符 246">
            <a:extLst>
              <a:ext uri="{FF2B5EF4-FFF2-40B4-BE49-F238E27FC236}">
                <a16:creationId xmlns:a16="http://schemas.microsoft.com/office/drawing/2014/main" id="{DC9AFFAB-7461-B830-F936-CA8A97DECA53}"/>
              </a:ext>
            </a:extLst>
          </p:cNvPr>
          <p:cNvCxnSpPr/>
          <p:nvPr/>
        </p:nvCxnSpPr>
        <p:spPr>
          <a:xfrm>
            <a:off x="8013195" y="1482961"/>
            <a:ext cx="0" cy="2840917"/>
          </a:xfrm>
          <a:prstGeom prst="line">
            <a:avLst/>
          </a:prstGeom>
          <a:ln w="12700">
            <a:solidFill>
              <a:schemeClr val="accent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11" name="文本框 310">
            <a:extLst>
              <a:ext uri="{FF2B5EF4-FFF2-40B4-BE49-F238E27FC236}">
                <a16:creationId xmlns:a16="http://schemas.microsoft.com/office/drawing/2014/main" id="{A94868C1-AC39-CF78-36C5-9BC65D0A2799}"/>
              </a:ext>
            </a:extLst>
          </p:cNvPr>
          <p:cNvSpPr txBox="1"/>
          <p:nvPr/>
        </p:nvSpPr>
        <p:spPr>
          <a:xfrm>
            <a:off x="7964673" y="4830667"/>
            <a:ext cx="3908528" cy="738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Multi-Head Latent Attention</a:t>
            </a:r>
          </a:p>
          <a:p>
            <a:pPr algn="ctr"/>
            <a:endParaRPr lang="en-US" altLang="zh-CN" sz="1400" b="1" dirty="0">
              <a:latin typeface="Microsoft YaHei" panose="020B0503020204020204" pitchFamily="34" charset="-122"/>
              <a:ea typeface="Microsoft YaHei" panose="020B0503020204020204" pitchFamily="34" charset="-122"/>
              <a:cs typeface="Times New Roman" panose="02020603050405020304" pitchFamily="18" charset="0"/>
            </a:endParaRPr>
          </a:p>
          <a:p>
            <a:pPr algn="ctr"/>
            <a:r>
              <a:rPr lang="en-US" altLang="zh-CN" sz="1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MLA</a:t>
            </a:r>
            <a:endParaRPr lang="zh-CN" altLang="en-US" sz="1400" dirty="0"/>
          </a:p>
        </p:txBody>
      </p:sp>
      <p:sp>
        <p:nvSpPr>
          <p:cNvPr id="312" name="圆角矩形 311">
            <a:extLst>
              <a:ext uri="{FF2B5EF4-FFF2-40B4-BE49-F238E27FC236}">
                <a16:creationId xmlns:a16="http://schemas.microsoft.com/office/drawing/2014/main" id="{A3FFFB1C-8003-CE64-7B5B-EB0D9586C1CB}"/>
              </a:ext>
            </a:extLst>
          </p:cNvPr>
          <p:cNvSpPr/>
          <p:nvPr/>
        </p:nvSpPr>
        <p:spPr>
          <a:xfrm>
            <a:off x="9553095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3" name="圆角矩形 312">
            <a:extLst>
              <a:ext uri="{FF2B5EF4-FFF2-40B4-BE49-F238E27FC236}">
                <a16:creationId xmlns:a16="http://schemas.microsoft.com/office/drawing/2014/main" id="{625B58F8-B7EA-0F59-A7C2-362AEB582239}"/>
              </a:ext>
            </a:extLst>
          </p:cNvPr>
          <p:cNvSpPr/>
          <p:nvPr/>
        </p:nvSpPr>
        <p:spPr>
          <a:xfrm>
            <a:off x="9912573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4" name="圆角矩形 313">
            <a:extLst>
              <a:ext uri="{FF2B5EF4-FFF2-40B4-BE49-F238E27FC236}">
                <a16:creationId xmlns:a16="http://schemas.microsoft.com/office/drawing/2014/main" id="{ED413F1B-72CB-E84F-A5CA-B26B957BFD96}"/>
              </a:ext>
            </a:extLst>
          </p:cNvPr>
          <p:cNvSpPr/>
          <p:nvPr/>
        </p:nvSpPr>
        <p:spPr>
          <a:xfrm>
            <a:off x="10272051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5" name="圆角矩形 314">
            <a:extLst>
              <a:ext uri="{FF2B5EF4-FFF2-40B4-BE49-F238E27FC236}">
                <a16:creationId xmlns:a16="http://schemas.microsoft.com/office/drawing/2014/main" id="{3745864D-CDEE-1A29-D506-0B220C1B6CA7}"/>
              </a:ext>
            </a:extLst>
          </p:cNvPr>
          <p:cNvSpPr/>
          <p:nvPr/>
        </p:nvSpPr>
        <p:spPr>
          <a:xfrm>
            <a:off x="10631529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6" name="圆角矩形 315">
            <a:extLst>
              <a:ext uri="{FF2B5EF4-FFF2-40B4-BE49-F238E27FC236}">
                <a16:creationId xmlns:a16="http://schemas.microsoft.com/office/drawing/2014/main" id="{8C0A9B17-EDFD-4226-24E6-B6BD2329252E}"/>
              </a:ext>
            </a:extLst>
          </p:cNvPr>
          <p:cNvSpPr/>
          <p:nvPr/>
        </p:nvSpPr>
        <p:spPr>
          <a:xfrm>
            <a:off x="10991007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7" name="圆角矩形 316">
            <a:extLst>
              <a:ext uri="{FF2B5EF4-FFF2-40B4-BE49-F238E27FC236}">
                <a16:creationId xmlns:a16="http://schemas.microsoft.com/office/drawing/2014/main" id="{54D14C87-7146-200B-C41C-37E097893C09}"/>
              </a:ext>
            </a:extLst>
          </p:cNvPr>
          <p:cNvSpPr/>
          <p:nvPr/>
        </p:nvSpPr>
        <p:spPr>
          <a:xfrm>
            <a:off x="11350485" y="1237966"/>
            <a:ext cx="188464" cy="842854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8" name="圆角矩形 317">
            <a:extLst>
              <a:ext uri="{FF2B5EF4-FFF2-40B4-BE49-F238E27FC236}">
                <a16:creationId xmlns:a16="http://schemas.microsoft.com/office/drawing/2014/main" id="{550B267B-8773-162E-C05B-DC2FB83BC7E6}"/>
              </a:ext>
            </a:extLst>
          </p:cNvPr>
          <p:cNvSpPr/>
          <p:nvPr/>
        </p:nvSpPr>
        <p:spPr>
          <a:xfrm>
            <a:off x="9553095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19" name="圆角矩形 318">
            <a:extLst>
              <a:ext uri="{FF2B5EF4-FFF2-40B4-BE49-F238E27FC236}">
                <a16:creationId xmlns:a16="http://schemas.microsoft.com/office/drawing/2014/main" id="{82E692A2-5FC5-4004-94CD-AD007AF5A502}"/>
              </a:ext>
            </a:extLst>
          </p:cNvPr>
          <p:cNvSpPr/>
          <p:nvPr/>
        </p:nvSpPr>
        <p:spPr>
          <a:xfrm>
            <a:off x="9912573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0" name="圆角矩形 319">
            <a:extLst>
              <a:ext uri="{FF2B5EF4-FFF2-40B4-BE49-F238E27FC236}">
                <a16:creationId xmlns:a16="http://schemas.microsoft.com/office/drawing/2014/main" id="{19F20E14-7AEC-BB15-741B-2994DD955CD8}"/>
              </a:ext>
            </a:extLst>
          </p:cNvPr>
          <p:cNvSpPr/>
          <p:nvPr/>
        </p:nvSpPr>
        <p:spPr>
          <a:xfrm>
            <a:off x="10272051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1" name="圆角矩形 320">
            <a:extLst>
              <a:ext uri="{FF2B5EF4-FFF2-40B4-BE49-F238E27FC236}">
                <a16:creationId xmlns:a16="http://schemas.microsoft.com/office/drawing/2014/main" id="{439E61EE-4ED0-E171-292F-6FDFA35D7C7B}"/>
              </a:ext>
            </a:extLst>
          </p:cNvPr>
          <p:cNvSpPr/>
          <p:nvPr/>
        </p:nvSpPr>
        <p:spPr>
          <a:xfrm>
            <a:off x="10631529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2" name="圆角矩形 321">
            <a:extLst>
              <a:ext uri="{FF2B5EF4-FFF2-40B4-BE49-F238E27FC236}">
                <a16:creationId xmlns:a16="http://schemas.microsoft.com/office/drawing/2014/main" id="{46D09E0E-DFBE-F0A7-EC11-CB62B496ED8C}"/>
              </a:ext>
            </a:extLst>
          </p:cNvPr>
          <p:cNvSpPr/>
          <p:nvPr/>
        </p:nvSpPr>
        <p:spPr>
          <a:xfrm>
            <a:off x="10991007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3" name="圆角矩形 322">
            <a:extLst>
              <a:ext uri="{FF2B5EF4-FFF2-40B4-BE49-F238E27FC236}">
                <a16:creationId xmlns:a16="http://schemas.microsoft.com/office/drawing/2014/main" id="{7AEAE513-B156-F1F5-E41A-487D687AE9C5}"/>
              </a:ext>
            </a:extLst>
          </p:cNvPr>
          <p:cNvSpPr/>
          <p:nvPr/>
        </p:nvSpPr>
        <p:spPr>
          <a:xfrm>
            <a:off x="11350485" y="2515330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4" name="圆角矩形 323">
            <a:extLst>
              <a:ext uri="{FF2B5EF4-FFF2-40B4-BE49-F238E27FC236}">
                <a16:creationId xmlns:a16="http://schemas.microsoft.com/office/drawing/2014/main" id="{27120CBE-D440-5D04-1DC7-DF10C69AABF5}"/>
              </a:ext>
            </a:extLst>
          </p:cNvPr>
          <p:cNvSpPr/>
          <p:nvPr/>
        </p:nvSpPr>
        <p:spPr>
          <a:xfrm>
            <a:off x="9553095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5" name="圆角矩形 324">
            <a:extLst>
              <a:ext uri="{FF2B5EF4-FFF2-40B4-BE49-F238E27FC236}">
                <a16:creationId xmlns:a16="http://schemas.microsoft.com/office/drawing/2014/main" id="{C212AD77-EF90-C2B0-0F4C-33CFD661132D}"/>
              </a:ext>
            </a:extLst>
          </p:cNvPr>
          <p:cNvSpPr/>
          <p:nvPr/>
        </p:nvSpPr>
        <p:spPr>
          <a:xfrm>
            <a:off x="9912573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6" name="圆角矩形 325">
            <a:extLst>
              <a:ext uri="{FF2B5EF4-FFF2-40B4-BE49-F238E27FC236}">
                <a16:creationId xmlns:a16="http://schemas.microsoft.com/office/drawing/2014/main" id="{5A1A7CE1-EC4C-F5AD-6092-0DAA06266C65}"/>
              </a:ext>
            </a:extLst>
          </p:cNvPr>
          <p:cNvSpPr/>
          <p:nvPr/>
        </p:nvSpPr>
        <p:spPr>
          <a:xfrm>
            <a:off x="10272051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7" name="圆角矩形 326">
            <a:extLst>
              <a:ext uri="{FF2B5EF4-FFF2-40B4-BE49-F238E27FC236}">
                <a16:creationId xmlns:a16="http://schemas.microsoft.com/office/drawing/2014/main" id="{1C67C720-1864-75BC-BF54-892A63464DF3}"/>
              </a:ext>
            </a:extLst>
          </p:cNvPr>
          <p:cNvSpPr/>
          <p:nvPr/>
        </p:nvSpPr>
        <p:spPr>
          <a:xfrm>
            <a:off x="10631529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8" name="圆角矩形 327">
            <a:extLst>
              <a:ext uri="{FF2B5EF4-FFF2-40B4-BE49-F238E27FC236}">
                <a16:creationId xmlns:a16="http://schemas.microsoft.com/office/drawing/2014/main" id="{0AB7225B-06E3-8A9B-612A-D267EE591049}"/>
              </a:ext>
            </a:extLst>
          </p:cNvPr>
          <p:cNvSpPr/>
          <p:nvPr/>
        </p:nvSpPr>
        <p:spPr>
          <a:xfrm>
            <a:off x="10991007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329" name="圆角矩形 328">
            <a:extLst>
              <a:ext uri="{FF2B5EF4-FFF2-40B4-BE49-F238E27FC236}">
                <a16:creationId xmlns:a16="http://schemas.microsoft.com/office/drawing/2014/main" id="{A38EF61B-0B91-ABE3-8145-FCEE5E54523D}"/>
              </a:ext>
            </a:extLst>
          </p:cNvPr>
          <p:cNvSpPr/>
          <p:nvPr/>
        </p:nvSpPr>
        <p:spPr>
          <a:xfrm>
            <a:off x="11350485" y="3792695"/>
            <a:ext cx="188464" cy="842855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30" name="直线连接符 329">
            <a:extLst>
              <a:ext uri="{FF2B5EF4-FFF2-40B4-BE49-F238E27FC236}">
                <a16:creationId xmlns:a16="http://schemas.microsoft.com/office/drawing/2014/main" id="{EF912175-787B-5DD3-FC31-3517BC4890A3}"/>
              </a:ext>
            </a:extLst>
          </p:cNvPr>
          <p:cNvCxnSpPr>
            <a:stCxn id="324" idx="0"/>
            <a:endCxn id="312" idx="2"/>
          </p:cNvCxnSpPr>
          <p:nvPr/>
        </p:nvCxnSpPr>
        <p:spPr>
          <a:xfrm flipV="1">
            <a:off x="9647327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1" name="直线连接符 330">
            <a:extLst>
              <a:ext uri="{FF2B5EF4-FFF2-40B4-BE49-F238E27FC236}">
                <a16:creationId xmlns:a16="http://schemas.microsoft.com/office/drawing/2014/main" id="{45500BB7-D4B4-7095-BBBE-51951EA520E1}"/>
              </a:ext>
            </a:extLst>
          </p:cNvPr>
          <p:cNvCxnSpPr>
            <a:cxnSpLocks/>
            <a:stCxn id="325" idx="0"/>
            <a:endCxn id="313" idx="2"/>
          </p:cNvCxnSpPr>
          <p:nvPr/>
        </p:nvCxnSpPr>
        <p:spPr>
          <a:xfrm flipV="1">
            <a:off x="10006805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2" name="直线连接符 331">
            <a:extLst>
              <a:ext uri="{FF2B5EF4-FFF2-40B4-BE49-F238E27FC236}">
                <a16:creationId xmlns:a16="http://schemas.microsoft.com/office/drawing/2014/main" id="{9C3CDBD9-E59E-D150-1E4C-AE80A28E86A8}"/>
              </a:ext>
            </a:extLst>
          </p:cNvPr>
          <p:cNvCxnSpPr>
            <a:cxnSpLocks/>
            <a:stCxn id="329" idx="0"/>
            <a:endCxn id="317" idx="2"/>
          </p:cNvCxnSpPr>
          <p:nvPr/>
        </p:nvCxnSpPr>
        <p:spPr>
          <a:xfrm flipV="1">
            <a:off x="11444717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3" name="直线连接符 332">
            <a:extLst>
              <a:ext uri="{FF2B5EF4-FFF2-40B4-BE49-F238E27FC236}">
                <a16:creationId xmlns:a16="http://schemas.microsoft.com/office/drawing/2014/main" id="{55CD8E8E-66B8-3E0A-EDD5-CDADBB31A0EA}"/>
              </a:ext>
            </a:extLst>
          </p:cNvPr>
          <p:cNvCxnSpPr>
            <a:cxnSpLocks/>
            <a:stCxn id="328" idx="0"/>
            <a:endCxn id="316" idx="2"/>
          </p:cNvCxnSpPr>
          <p:nvPr/>
        </p:nvCxnSpPr>
        <p:spPr>
          <a:xfrm flipV="1">
            <a:off x="11085239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4" name="直线连接符 333">
            <a:extLst>
              <a:ext uri="{FF2B5EF4-FFF2-40B4-BE49-F238E27FC236}">
                <a16:creationId xmlns:a16="http://schemas.microsoft.com/office/drawing/2014/main" id="{72C9BCFE-8C0E-2A42-1E11-28FC7EB01F21}"/>
              </a:ext>
            </a:extLst>
          </p:cNvPr>
          <p:cNvCxnSpPr>
            <a:cxnSpLocks/>
            <a:stCxn id="327" idx="0"/>
            <a:endCxn id="315" idx="2"/>
          </p:cNvCxnSpPr>
          <p:nvPr/>
        </p:nvCxnSpPr>
        <p:spPr>
          <a:xfrm flipV="1">
            <a:off x="10725761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5" name="直线连接符 334">
            <a:extLst>
              <a:ext uri="{FF2B5EF4-FFF2-40B4-BE49-F238E27FC236}">
                <a16:creationId xmlns:a16="http://schemas.microsoft.com/office/drawing/2014/main" id="{D5FCB8CC-BE44-FC02-CE2F-AB184B351526}"/>
              </a:ext>
            </a:extLst>
          </p:cNvPr>
          <p:cNvCxnSpPr>
            <a:cxnSpLocks/>
            <a:stCxn id="326" idx="0"/>
            <a:endCxn id="314" idx="2"/>
          </p:cNvCxnSpPr>
          <p:nvPr/>
        </p:nvCxnSpPr>
        <p:spPr>
          <a:xfrm flipV="1">
            <a:off x="10366283" y="2080820"/>
            <a:ext cx="0" cy="1711875"/>
          </a:xfrm>
          <a:prstGeom prst="line">
            <a:avLst/>
          </a:prstGeom>
          <a:ln w="12700">
            <a:solidFill>
              <a:schemeClr val="accent1"/>
            </a:solidFill>
            <a:prstDash val="sys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>
        <mc:Choice xmlns:a14="http://schemas.microsoft.com/office/drawing/2010/main" Requires="a14"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8BC4089-4F5A-4283-6DDF-70FCD9D597DA}"/>
                  </a:ext>
                </a:extLst>
              </p:cNvPr>
              <p:cNvSpPr txBox="1"/>
              <p:nvPr/>
            </p:nvSpPr>
            <p:spPr>
              <a:xfrm>
                <a:off x="8164099" y="2567427"/>
                <a:ext cx="707359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𝐾𝑉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36" name="文本框 335">
                <a:extLst>
                  <a:ext uri="{FF2B5EF4-FFF2-40B4-BE49-F238E27FC236}">
                    <a16:creationId xmlns:a16="http://schemas.microsoft.com/office/drawing/2014/main" id="{C8BC4089-4F5A-4283-6DDF-70FCD9D597D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64099" y="2567427"/>
                <a:ext cx="707359" cy="369332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cxnSp>
        <p:nvCxnSpPr>
          <p:cNvPr id="359" name="直线箭头连接符 358">
            <a:extLst>
              <a:ext uri="{FF2B5EF4-FFF2-40B4-BE49-F238E27FC236}">
                <a16:creationId xmlns:a16="http://schemas.microsoft.com/office/drawing/2014/main" id="{1E1CDE30-CDA8-D3A4-FA88-3E6C202BD12F}"/>
              </a:ext>
            </a:extLst>
          </p:cNvPr>
          <p:cNvCxnSpPr>
            <a:cxnSpLocks/>
            <a:stCxn id="368" idx="3"/>
            <a:endCxn id="312" idx="1"/>
          </p:cNvCxnSpPr>
          <p:nvPr/>
        </p:nvCxnSpPr>
        <p:spPr>
          <a:xfrm flipV="1">
            <a:off x="8620808" y="1659393"/>
            <a:ext cx="932287" cy="638496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8" name="圆角矩形 367">
            <a:extLst>
              <a:ext uri="{FF2B5EF4-FFF2-40B4-BE49-F238E27FC236}">
                <a16:creationId xmlns:a16="http://schemas.microsoft.com/office/drawing/2014/main" id="{42236E66-1532-C8FF-E3E4-0C257DCFDE1C}"/>
              </a:ext>
            </a:extLst>
          </p:cNvPr>
          <p:cNvSpPr/>
          <p:nvPr/>
        </p:nvSpPr>
        <p:spPr>
          <a:xfrm>
            <a:off x="8432344" y="2080447"/>
            <a:ext cx="188464" cy="434883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72" name="直线箭头连接符 371">
            <a:extLst>
              <a:ext uri="{FF2B5EF4-FFF2-40B4-BE49-F238E27FC236}">
                <a16:creationId xmlns:a16="http://schemas.microsoft.com/office/drawing/2014/main" id="{1477558A-D43C-371D-C07F-6BF0B832A3B3}"/>
              </a:ext>
            </a:extLst>
          </p:cNvPr>
          <p:cNvCxnSpPr>
            <a:cxnSpLocks/>
            <a:stCxn id="368" idx="3"/>
            <a:endCxn id="318" idx="1"/>
          </p:cNvCxnSpPr>
          <p:nvPr/>
        </p:nvCxnSpPr>
        <p:spPr>
          <a:xfrm>
            <a:off x="8620808" y="2297889"/>
            <a:ext cx="932287" cy="638869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5" name="文本框 374">
            <a:extLst>
              <a:ext uri="{FF2B5EF4-FFF2-40B4-BE49-F238E27FC236}">
                <a16:creationId xmlns:a16="http://schemas.microsoft.com/office/drawing/2014/main" id="{0AA906D2-BE6C-CAFB-6070-D028153F4461}"/>
              </a:ext>
            </a:extLst>
          </p:cNvPr>
          <p:cNvSpPr txBox="1"/>
          <p:nvPr/>
        </p:nvSpPr>
        <p:spPr>
          <a:xfrm>
            <a:off x="8800416" y="1818837"/>
            <a:ext cx="554202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p:sp>
        <p:nvSpPr>
          <p:cNvPr id="376" name="文本框 375">
            <a:extLst>
              <a:ext uri="{FF2B5EF4-FFF2-40B4-BE49-F238E27FC236}">
                <a16:creationId xmlns:a16="http://schemas.microsoft.com/office/drawing/2014/main" id="{A4683DA1-04A3-D84D-DE46-AFD17CD18E5D}"/>
              </a:ext>
            </a:extLst>
          </p:cNvPr>
          <p:cNvSpPr txBox="1"/>
          <p:nvPr/>
        </p:nvSpPr>
        <p:spPr>
          <a:xfrm>
            <a:off x="8810096" y="2490483"/>
            <a:ext cx="546954" cy="261610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D6619E24-EB4B-B4FC-6AA6-7BA909804104}"/>
                  </a:ext>
                </a:extLst>
              </p:cNvPr>
              <p:cNvSpPr txBox="1"/>
              <p:nvPr/>
            </p:nvSpPr>
            <p:spPr>
              <a:xfrm>
                <a:off x="8170725" y="4469111"/>
                <a:ext cx="707359" cy="3702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altLang="zh-CN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p>
                          <m:r>
                            <a:rPr lang="en-US" altLang="zh-CN" b="0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sup>
                      </m:sSup>
                    </m:oMath>
                  </m:oMathPara>
                </a14:m>
                <a:endParaRPr lang="zh-CN" altLang="en-US" dirty="0"/>
              </a:p>
            </p:txBody>
          </p:sp>
        </mc:Choice>
        <mc:Fallback>
          <p:sp>
            <p:nvSpPr>
              <p:cNvPr id="379" name="文本框 378">
                <a:extLst>
                  <a:ext uri="{FF2B5EF4-FFF2-40B4-BE49-F238E27FC236}">
                    <a16:creationId xmlns:a16="http://schemas.microsoft.com/office/drawing/2014/main" id="{D6619E24-EB4B-B4FC-6AA6-7BA90980410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70725" y="4469111"/>
                <a:ext cx="707359" cy="370230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80" name="圆角矩形 379">
            <a:extLst>
              <a:ext uri="{FF2B5EF4-FFF2-40B4-BE49-F238E27FC236}">
                <a16:creationId xmlns:a16="http://schemas.microsoft.com/office/drawing/2014/main" id="{4C82639D-1A90-A2AB-B7E7-4F49E83D62FC}"/>
              </a:ext>
            </a:extLst>
          </p:cNvPr>
          <p:cNvSpPr/>
          <p:nvPr/>
        </p:nvSpPr>
        <p:spPr>
          <a:xfrm>
            <a:off x="8436426" y="3996685"/>
            <a:ext cx="188464" cy="434883"/>
          </a:xfrm>
          <a:prstGeom prst="round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381" name="直线箭头连接符 380">
            <a:extLst>
              <a:ext uri="{FF2B5EF4-FFF2-40B4-BE49-F238E27FC236}">
                <a16:creationId xmlns:a16="http://schemas.microsoft.com/office/drawing/2014/main" id="{F66C7DB2-D64B-A2FE-722E-C1FB73A70195}"/>
              </a:ext>
            </a:extLst>
          </p:cNvPr>
          <p:cNvCxnSpPr>
            <a:cxnSpLocks/>
            <a:stCxn id="380" idx="3"/>
            <a:endCxn id="324" idx="1"/>
          </p:cNvCxnSpPr>
          <p:nvPr/>
        </p:nvCxnSpPr>
        <p:spPr>
          <a:xfrm flipV="1">
            <a:off x="8624890" y="4214123"/>
            <a:ext cx="928205" cy="4"/>
          </a:xfrm>
          <a:prstGeom prst="straightConnector1">
            <a:avLst/>
          </a:prstGeom>
          <a:ln w="12700"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85" name="文本框 384">
            <a:extLst>
              <a:ext uri="{FF2B5EF4-FFF2-40B4-BE49-F238E27FC236}">
                <a16:creationId xmlns:a16="http://schemas.microsoft.com/office/drawing/2014/main" id="{6CDCA419-0B92-C852-2198-96659275EFA5}"/>
              </a:ext>
            </a:extLst>
          </p:cNvPr>
          <p:cNvSpPr txBox="1"/>
          <p:nvPr/>
        </p:nvSpPr>
        <p:spPr>
          <a:xfrm>
            <a:off x="8753066" y="4056317"/>
            <a:ext cx="573450" cy="253916"/>
          </a:xfrm>
          <a:prstGeom prst="rect">
            <a:avLst/>
          </a:prstGeom>
          <a:solidFill>
            <a:schemeClr val="bg1"/>
          </a:solidFill>
        </p:spPr>
        <p:txBody>
          <a:bodyPr wrap="square">
            <a:spAutoFit/>
          </a:bodyPr>
          <a:lstStyle/>
          <a:p>
            <a:pPr algn="ctr"/>
            <a:r>
              <a:rPr lang="en-US" altLang="zh-CN" sz="105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Linear</a:t>
            </a:r>
            <a:endParaRPr lang="zh-CN" altLang="en-US" sz="1050" dirty="0"/>
          </a:p>
        </p:txBody>
      </p:sp>
      <p:sp>
        <p:nvSpPr>
          <p:cNvPr id="386" name="文本框 385">
            <a:extLst>
              <a:ext uri="{FF2B5EF4-FFF2-40B4-BE49-F238E27FC236}">
                <a16:creationId xmlns:a16="http://schemas.microsoft.com/office/drawing/2014/main" id="{CDEDB7ED-12BB-E91A-5CCD-17604F0A1483}"/>
              </a:ext>
            </a:extLst>
          </p:cNvPr>
          <p:cNvSpPr txBox="1"/>
          <p:nvPr/>
        </p:nvSpPr>
        <p:spPr>
          <a:xfrm>
            <a:off x="216385" y="161745"/>
            <a:ext cx="905325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sz="2400" b="1" dirty="0">
                <a:latin typeface="Microsoft YaHei" panose="020B0503020204020204" pitchFamily="34" charset="-122"/>
                <a:ea typeface="Microsoft YaHei" panose="020B0503020204020204" pitchFamily="34" charset="-122"/>
                <a:cs typeface="Times New Roman" panose="02020603050405020304" pitchFamily="18" charset="0"/>
              </a:rPr>
              <a:t>三种改进方案的对比</a:t>
            </a:r>
            <a:endParaRPr lang="zh-CN" altLang="en-US" sz="2400" b="1" dirty="0">
              <a:latin typeface="Microsoft YaHei" panose="020B0503020204020204" pitchFamily="34" charset="-122"/>
              <a:ea typeface="Microsoft YaHei" panose="020B0503020204020204" pitchFamily="34" charset="-122"/>
            </a:endParaRPr>
          </a:p>
        </p:txBody>
      </p:sp>
      <p:sp>
        <p:nvSpPr>
          <p:cNvPr id="10" name="圆角矩形 9">
            <a:extLst>
              <a:ext uri="{FF2B5EF4-FFF2-40B4-BE49-F238E27FC236}">
                <a16:creationId xmlns:a16="http://schemas.microsoft.com/office/drawing/2014/main" id="{4A3713A3-0355-E613-E7C5-5BAB38C30424}"/>
              </a:ext>
            </a:extLst>
          </p:cNvPr>
          <p:cNvSpPr/>
          <p:nvPr/>
        </p:nvSpPr>
        <p:spPr>
          <a:xfrm>
            <a:off x="94811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圆角矩形 10">
            <a:extLst>
              <a:ext uri="{FF2B5EF4-FFF2-40B4-BE49-F238E27FC236}">
                <a16:creationId xmlns:a16="http://schemas.microsoft.com/office/drawing/2014/main" id="{FCB02EA3-D36A-0690-8BEC-2A90140D6D09}"/>
              </a:ext>
            </a:extLst>
          </p:cNvPr>
          <p:cNvSpPr/>
          <p:nvPr/>
        </p:nvSpPr>
        <p:spPr>
          <a:xfrm>
            <a:off x="1307597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圆角矩形 11">
            <a:extLst>
              <a:ext uri="{FF2B5EF4-FFF2-40B4-BE49-F238E27FC236}">
                <a16:creationId xmlns:a16="http://schemas.microsoft.com/office/drawing/2014/main" id="{B8FE5ACF-6890-FFDC-1957-B8D41715DBDC}"/>
              </a:ext>
            </a:extLst>
          </p:cNvPr>
          <p:cNvSpPr/>
          <p:nvPr/>
        </p:nvSpPr>
        <p:spPr>
          <a:xfrm>
            <a:off x="1667075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圆角矩形 12">
            <a:extLst>
              <a:ext uri="{FF2B5EF4-FFF2-40B4-BE49-F238E27FC236}">
                <a16:creationId xmlns:a16="http://schemas.microsoft.com/office/drawing/2014/main" id="{B9812616-7805-DCED-3A8F-7E229807857E}"/>
              </a:ext>
            </a:extLst>
          </p:cNvPr>
          <p:cNvSpPr/>
          <p:nvPr/>
        </p:nvSpPr>
        <p:spPr>
          <a:xfrm>
            <a:off x="2026553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圆角矩形 13">
            <a:extLst>
              <a:ext uri="{FF2B5EF4-FFF2-40B4-BE49-F238E27FC236}">
                <a16:creationId xmlns:a16="http://schemas.microsoft.com/office/drawing/2014/main" id="{FFC37F45-00AD-2EC4-9080-B740B4A27999}"/>
              </a:ext>
            </a:extLst>
          </p:cNvPr>
          <p:cNvSpPr/>
          <p:nvPr/>
        </p:nvSpPr>
        <p:spPr>
          <a:xfrm>
            <a:off x="2386031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圆角矩形 14">
            <a:extLst>
              <a:ext uri="{FF2B5EF4-FFF2-40B4-BE49-F238E27FC236}">
                <a16:creationId xmlns:a16="http://schemas.microsoft.com/office/drawing/2014/main" id="{CA863901-5756-9715-1BC5-499F90E5853E}"/>
              </a:ext>
            </a:extLst>
          </p:cNvPr>
          <p:cNvSpPr/>
          <p:nvPr/>
        </p:nvSpPr>
        <p:spPr>
          <a:xfrm>
            <a:off x="2745509" y="2515335"/>
            <a:ext cx="188464" cy="842855"/>
          </a:xfrm>
          <a:prstGeom prst="roundRect">
            <a:avLst/>
          </a:prstGeom>
          <a:blipFill>
            <a:blip r:embed="rId3"/>
            <a:tile tx="0" ty="0" sx="100000" sy="100000" flip="none" algn="tl"/>
          </a:blipFill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7837369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37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37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9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7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1" dur="500" fill="hold"/>
                                        <p:tgtEl>
                                          <p:spTgt spid="376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2" dur="500" fill="hold"/>
                                        <p:tgtEl>
                                          <p:spTgt spid="37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13" presetID="2" presetClass="entr" presetSubtype="4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8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15" dur="500" fill="hold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16" dur="500" fill="hold"/>
                                        <p:tgtEl>
                                          <p:spTgt spid="38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75" grpId="0"/>
      <p:bldP spid="376" grpId="0"/>
      <p:bldP spid="385" grpId="0"/>
    </p:bldLst>
  </p:timing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1495</TotalTime>
  <Words>215</Words>
  <Application>Microsoft Macintosh PowerPoint</Application>
  <PresentationFormat>宽屏</PresentationFormat>
  <Paragraphs>110</Paragraphs>
  <Slides>4</Slides>
  <Notes>2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4</vt:i4>
      </vt:variant>
    </vt:vector>
  </HeadingPairs>
  <TitlesOfParts>
    <vt:vector size="11" baseType="lpstr">
      <vt:lpstr>等线</vt:lpstr>
      <vt:lpstr>等线 Light</vt:lpstr>
      <vt:lpstr>Microsoft YaHei</vt:lpstr>
      <vt:lpstr>Arial</vt:lpstr>
      <vt:lpstr>Cambria Math</vt:lpstr>
      <vt:lpstr>Times New Roman</vt:lpstr>
      <vt:lpstr>Office 主题​​</vt:lpstr>
      <vt:lpstr>PowerPoint 演示文稿</vt:lpstr>
      <vt:lpstr>PowerPoint 演示文稿</vt:lpstr>
      <vt:lpstr>PowerPoint 演示文稿</vt:lpstr>
      <vt:lpstr>PowerPoint 演示文稿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青 胡</dc:creator>
  <cp:lastModifiedBy>胡青</cp:lastModifiedBy>
  <cp:revision>24</cp:revision>
  <dcterms:created xsi:type="dcterms:W3CDTF">2025-12-12T02:59:27Z</dcterms:created>
  <dcterms:modified xsi:type="dcterms:W3CDTF">2025-12-14T12:23:55Z</dcterms:modified>
</cp:coreProperties>
</file>