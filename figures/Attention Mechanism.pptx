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47"/>
    <p:restoredTop sz="92438"/>
  </p:normalViewPr>
  <p:slideViewPr>
    <p:cSldViewPr snapToGrid="0">
      <p:cViewPr>
        <p:scale>
          <a:sx n="125" d="100"/>
          <a:sy n="125" d="100"/>
        </p:scale>
        <p:origin x="203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C5885-0AAE-EA45-AFF8-A1D4BE3C0546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620A3-D0E9-034C-97A9-1309C24800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16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20A3-D0E9-034C-97A9-1309C24800A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77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39AB-523F-377C-9785-DC916C0E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87B820-D507-421B-D566-E639345E9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4FC175-ADF7-EA6F-E241-D4F2B65F4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830395-0D90-DA07-0881-595D2733C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620A3-D0E9-034C-97A9-1309C24800A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8177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545AF-486B-29C5-9FFC-6CE527E9C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E37C75-F594-B561-0CC2-29CACC8CE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70D71-DFFD-E4BE-9D6B-0796D7CE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FDA96-C725-C0E7-9F5A-AEC6B895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BF739-4679-FEDA-5CD7-90EA0DDD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5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E9C26-BB0F-60E7-A01D-F0021A99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128D7-3A03-1735-D09E-31CDD96C9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66B4B-0108-1BF5-7A53-EE6B99FF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77F0B-E6E9-8075-A82A-B597F035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3AA545-EDE9-3AB8-0A00-E42E30B5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68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45AFC-CFC4-F991-2B10-0889A8A7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AACF6D-0857-6027-0998-06571039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EEEE5-C87A-046B-5CCE-DF7AEDA1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EC881-14E7-D0EC-7560-050532AA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CFEDE3-82F9-CEC7-7C92-39AC1A40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1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57115-D275-E6B4-AB3E-243EB089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3768F-B8AF-05C6-007A-B43554C32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7555E8-DFBF-35B8-FFFC-3D86DC474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74F87-38FE-ACA9-467F-A592940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21F868-8A3C-3450-4435-B372A920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EAD454-58B0-FFD3-0351-20D45604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1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525B5-0AFD-939E-2DA4-441C2E96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A7F45-5E0F-FAA7-E96E-8037B53F1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238224-6674-F0C4-6079-662265BA3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534927-0C48-4FD5-8AFD-FA9A18811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1BF377-F1A5-6D30-CB06-3FD37286C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24B4FB-EAFE-CE1D-7C1B-01821BC6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587106-12CF-3C96-4D3E-CE519B95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8F4F6C-07F8-B3B4-54D5-225EF66B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00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FA42B-009A-2A62-6BD1-F6715179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43434D-0225-561B-2DA3-7F52D517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C7867C-996A-0809-340C-79EE366E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9D8500-DD68-E971-6BD0-3076FA55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50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6C0F01-2B8B-9142-5841-1FB9CC54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DE37E6-628F-1E4F-3426-8018C355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0B8BE-087F-2930-1CA7-31536284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5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7305-844E-0F9B-66C0-BCCD435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133A1-F425-5C8D-7AD2-EABB59AA4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0C7166-C0B1-EA04-68EB-8BDC7DDE0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BADE5C-9C03-3769-C828-9847EEB9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0CB0B5-31B9-FF02-9088-92E90825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F43D76-7E14-8AA8-D23E-F7DC852A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2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7B2CC-27C4-A7D3-B611-EBA18BA7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CD60D9-4477-2A67-0930-B065C0EF6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01996-DFB5-B0F0-F1C1-CE0D9228D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82D6D4-EEB5-07E3-4F6B-22DED09D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13BFBA-BE17-672A-9EC2-A235B792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61F9EE-F7C2-03E5-3CF5-3DEC807F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83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356D5-9AD6-F585-7711-88A32FAD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D807BA-859B-316E-82E0-CEC5D13CE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547A3-B582-5707-34A7-D4FC92F5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AABA7-0097-A20F-AD72-0BAA4677B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38C08-20C2-87B7-26F6-80CBA09F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70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FA5B46-3DD6-7E9C-A5B4-30E8594A7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4CC7AF-4991-3057-B64B-552109C69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8D59A-16AF-8CF2-71BC-F3CE09E5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F5249-FF78-FDE1-84B8-227B4C74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1DFFD7-1DAF-70B7-97D1-66B33447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61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0FAFB2-F7AA-4586-2972-71C496BB8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FB24B0-EECF-AAF0-81E5-46267F838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E49019-0A96-390B-C400-F578BA004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54ABA-9B8E-4AD7-A0B7-75C4623225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80EA4E-93D0-A197-92E9-ADC0FC2E5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B6B48-FDE8-816D-A27C-EA9096656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67D83-A47F-4CC9-85AA-AB5C2C4A8A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88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7C61-1843-BF3C-E642-C25A3BA5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: 圆角 45">
            <a:extLst>
              <a:ext uri="{FF2B5EF4-FFF2-40B4-BE49-F238E27FC236}">
                <a16:creationId xmlns:a16="http://schemas.microsoft.com/office/drawing/2014/main" id="{BFE39099-0B5F-07FA-0867-EB564DD17A37}"/>
              </a:ext>
            </a:extLst>
          </p:cNvPr>
          <p:cNvSpPr/>
          <p:nvPr/>
        </p:nvSpPr>
        <p:spPr>
          <a:xfrm>
            <a:off x="216385" y="750113"/>
            <a:ext cx="5221154" cy="4492792"/>
          </a:xfrm>
          <a:prstGeom prst="roundRect">
            <a:avLst>
              <a:gd name="adj" fmla="val 571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7C33270-6692-BBBC-0BDC-3D0CAEF29F62}"/>
              </a:ext>
            </a:extLst>
          </p:cNvPr>
          <p:cNvSpPr/>
          <p:nvPr/>
        </p:nvSpPr>
        <p:spPr>
          <a:xfrm>
            <a:off x="951593" y="986274"/>
            <a:ext cx="1432313" cy="1607830"/>
          </a:xfrm>
          <a:prstGeom prst="roundRect">
            <a:avLst>
              <a:gd name="adj" fmla="val 5718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0" name="表格 159">
            <a:extLst>
              <a:ext uri="{FF2B5EF4-FFF2-40B4-BE49-F238E27FC236}">
                <a16:creationId xmlns:a16="http://schemas.microsoft.com/office/drawing/2014/main" id="{DA47252B-11F0-D851-018B-FEA87B422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76700"/>
              </p:ext>
            </p:extLst>
          </p:nvPr>
        </p:nvGraphicFramePr>
        <p:xfrm>
          <a:off x="1022465" y="1035729"/>
          <a:ext cx="1292310" cy="1409496"/>
        </p:xfrm>
        <a:graphic>
          <a:graphicData uri="http://schemas.openxmlformats.org/drawingml/2006/table">
            <a:tbl>
              <a:tblPr firstRow="1" bandRow="1"/>
              <a:tblGrid>
                <a:gridCol w="215385">
                  <a:extLst>
                    <a:ext uri="{9D8B030D-6E8A-4147-A177-3AD203B41FA5}">
                      <a16:colId xmlns:a16="http://schemas.microsoft.com/office/drawing/2014/main" val="3089781461"/>
                    </a:ext>
                  </a:extLst>
                </a:gridCol>
                <a:gridCol w="215385">
                  <a:extLst>
                    <a:ext uri="{9D8B030D-6E8A-4147-A177-3AD203B41FA5}">
                      <a16:colId xmlns:a16="http://schemas.microsoft.com/office/drawing/2014/main" val="3262795130"/>
                    </a:ext>
                  </a:extLst>
                </a:gridCol>
                <a:gridCol w="215385">
                  <a:extLst>
                    <a:ext uri="{9D8B030D-6E8A-4147-A177-3AD203B41FA5}">
                      <a16:colId xmlns:a16="http://schemas.microsoft.com/office/drawing/2014/main" val="3626858463"/>
                    </a:ext>
                  </a:extLst>
                </a:gridCol>
                <a:gridCol w="215385">
                  <a:extLst>
                    <a:ext uri="{9D8B030D-6E8A-4147-A177-3AD203B41FA5}">
                      <a16:colId xmlns:a16="http://schemas.microsoft.com/office/drawing/2014/main" val="1413863860"/>
                    </a:ext>
                  </a:extLst>
                </a:gridCol>
                <a:gridCol w="215385">
                  <a:extLst>
                    <a:ext uri="{9D8B030D-6E8A-4147-A177-3AD203B41FA5}">
                      <a16:colId xmlns:a16="http://schemas.microsoft.com/office/drawing/2014/main" val="2569485071"/>
                    </a:ext>
                  </a:extLst>
                </a:gridCol>
                <a:gridCol w="215385">
                  <a:extLst>
                    <a:ext uri="{9D8B030D-6E8A-4147-A177-3AD203B41FA5}">
                      <a16:colId xmlns:a16="http://schemas.microsoft.com/office/drawing/2014/main" val="2369762568"/>
                    </a:ext>
                  </a:extLst>
                </a:gridCol>
              </a:tblGrid>
              <a:tr h="228000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H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E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L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L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091129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H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0.4</a:t>
                      </a:r>
                      <a:endParaRPr lang="zh-CN" altLang="en-US" sz="800" dirty="0"/>
                    </a:p>
                  </a:txBody>
                  <a:tcPr marL="36800" marR="36800" marT="18398" marB="18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0.2</a:t>
                      </a:r>
                      <a:endParaRPr lang="zh-CN" altLang="en-US" sz="700" dirty="0"/>
                    </a:p>
                  </a:txBody>
                  <a:tcPr marL="36800" marR="36800" marT="18398" marB="1839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0.2</a:t>
                      </a:r>
                      <a:endParaRPr lang="zh-CN" altLang="en-US" sz="700" dirty="0"/>
                    </a:p>
                  </a:txBody>
                  <a:tcPr marL="36800" marR="36800" marT="18398" marB="1839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0.1</a:t>
                      </a:r>
                      <a:endParaRPr lang="zh-CN" altLang="en-US" sz="700" dirty="0"/>
                    </a:p>
                  </a:txBody>
                  <a:tcPr marL="36800" marR="36800" marT="18398" marB="1839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0.1</a:t>
                      </a:r>
                      <a:endParaRPr lang="zh-CN" altLang="en-US" sz="700" dirty="0"/>
                    </a:p>
                  </a:txBody>
                  <a:tcPr marL="36800" marR="36800" marT="18398" marB="1839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66789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E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755762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L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49110259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L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/>
                    </a:p>
                  </a:txBody>
                  <a:tcPr marL="36800" marR="36800" marT="18398" marB="18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3739209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36800" marR="36800" marT="18398" marB="18398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/>
                    </a:p>
                  </a:txBody>
                  <a:tcPr marL="36800" marR="36800" marT="18398" marB="18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/>
                    </a:p>
                  </a:txBody>
                  <a:tcPr marL="36800" marR="36800" marT="18398" marB="1839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770274"/>
                  </a:ext>
                </a:extLst>
              </a:tr>
            </a:tbl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90AD1BE7-1FA6-B653-E0E3-442165BE5F8F}"/>
              </a:ext>
            </a:extLst>
          </p:cNvPr>
          <p:cNvSpPr/>
          <p:nvPr/>
        </p:nvSpPr>
        <p:spPr>
          <a:xfrm rot="5400000">
            <a:off x="2843722" y="5382055"/>
            <a:ext cx="88132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3732D9DC-7E4A-48BD-15F4-A36422123525}"/>
              </a:ext>
            </a:extLst>
          </p:cNvPr>
          <p:cNvSpPr/>
          <p:nvPr/>
        </p:nvSpPr>
        <p:spPr>
          <a:xfrm rot="5400000">
            <a:off x="2843721" y="5553843"/>
            <a:ext cx="88133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9AF89B3C-8EC0-F584-FF59-94FAD411FDA4}"/>
              </a:ext>
            </a:extLst>
          </p:cNvPr>
          <p:cNvSpPr/>
          <p:nvPr/>
        </p:nvSpPr>
        <p:spPr>
          <a:xfrm rot="5400000">
            <a:off x="2843721" y="5731656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216AA024-DDF7-C8A2-E71E-6A295AB9BC63}"/>
              </a:ext>
            </a:extLst>
          </p:cNvPr>
          <p:cNvSpPr/>
          <p:nvPr/>
        </p:nvSpPr>
        <p:spPr>
          <a:xfrm rot="5400000">
            <a:off x="2843721" y="5909617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D2E61729-1380-19CA-F25C-AF54CF88031D}"/>
              </a:ext>
            </a:extLst>
          </p:cNvPr>
          <p:cNvSpPr/>
          <p:nvPr/>
        </p:nvSpPr>
        <p:spPr>
          <a:xfrm rot="5400000">
            <a:off x="2843721" y="6087980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0883C6DE-B1AB-ABF6-89EE-F58D4587B5B7}"/>
              </a:ext>
            </a:extLst>
          </p:cNvPr>
          <p:cNvSpPr/>
          <p:nvPr/>
        </p:nvSpPr>
        <p:spPr>
          <a:xfrm>
            <a:off x="2500437" y="5615247"/>
            <a:ext cx="762220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矩形: 圆角 194">
                <a:extLst>
                  <a:ext uri="{FF2B5EF4-FFF2-40B4-BE49-F238E27FC236}">
                    <a16:creationId xmlns:a16="http://schemas.microsoft.com/office/drawing/2014/main" id="{5175FD4C-443E-021C-82EC-40B6D5A4D94D}"/>
                  </a:ext>
                </a:extLst>
              </p:cNvPr>
              <p:cNvSpPr/>
              <p:nvPr/>
            </p:nvSpPr>
            <p:spPr>
              <a:xfrm>
                <a:off x="1392979" y="3020941"/>
                <a:ext cx="546721" cy="3014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@</m:t>
                          </m:r>
                          <m:r>
                            <a:rPr lang="en-US" altLang="zh-CN" sz="1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5" name="矩形: 圆角 194">
                <a:extLst>
                  <a:ext uri="{FF2B5EF4-FFF2-40B4-BE49-F238E27FC236}">
                    <a16:creationId xmlns:a16="http://schemas.microsoft.com/office/drawing/2014/main" id="{5175FD4C-443E-021C-82EC-40B6D5A4D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979" y="3020941"/>
                <a:ext cx="546721" cy="301499"/>
              </a:xfrm>
              <a:prstGeom prst="roundRect">
                <a:avLst/>
              </a:prstGeom>
              <a:blipFill>
                <a:blip r:embed="rId3"/>
                <a:stretch>
                  <a:fillRect l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D63FE388-F6FE-BBE8-DCEA-84F1B929DC2D}"/>
              </a:ext>
            </a:extLst>
          </p:cNvPr>
          <p:cNvCxnSpPr>
            <a:cxnSpLocks/>
            <a:stCxn id="59" idx="0"/>
            <a:endCxn id="195" idx="1"/>
          </p:cNvCxnSpPr>
          <p:nvPr/>
        </p:nvCxnSpPr>
        <p:spPr>
          <a:xfrm rot="5400000" flipH="1" flipV="1">
            <a:off x="973452" y="3278820"/>
            <a:ext cx="526655" cy="31239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30FA0470-C218-47A5-D28C-F854BB3444C6}"/>
              </a:ext>
            </a:extLst>
          </p:cNvPr>
          <p:cNvCxnSpPr>
            <a:cxnSpLocks/>
            <a:stCxn id="94" idx="0"/>
            <a:endCxn id="195" idx="3"/>
          </p:cNvCxnSpPr>
          <p:nvPr/>
        </p:nvCxnSpPr>
        <p:spPr>
          <a:xfrm rot="10800000">
            <a:off x="1939701" y="3171691"/>
            <a:ext cx="467783" cy="73002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连接符: 肘形 201">
            <a:extLst>
              <a:ext uri="{FF2B5EF4-FFF2-40B4-BE49-F238E27FC236}">
                <a16:creationId xmlns:a16="http://schemas.microsoft.com/office/drawing/2014/main" id="{99D56059-5F91-43A3-0D67-31E77D34BAF1}"/>
              </a:ext>
            </a:extLst>
          </p:cNvPr>
          <p:cNvCxnSpPr>
            <a:cxnSpLocks/>
            <a:stCxn id="195" idx="0"/>
            <a:endCxn id="210" idx="2"/>
          </p:cNvCxnSpPr>
          <p:nvPr/>
        </p:nvCxnSpPr>
        <p:spPr>
          <a:xfrm rot="5400000" flipH="1" flipV="1">
            <a:off x="1453627" y="2806818"/>
            <a:ext cx="426837" cy="141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文本框 205">
            <a:extLst>
              <a:ext uri="{FF2B5EF4-FFF2-40B4-BE49-F238E27FC236}">
                <a16:creationId xmlns:a16="http://schemas.microsoft.com/office/drawing/2014/main" id="{C11B4655-B5E1-3BE6-C94A-92CEE0A6BCBF}"/>
              </a:ext>
            </a:extLst>
          </p:cNvPr>
          <p:cNvSpPr txBox="1"/>
          <p:nvPr/>
        </p:nvSpPr>
        <p:spPr>
          <a:xfrm>
            <a:off x="1281893" y="2663325"/>
            <a:ext cx="800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200" dirty="0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B3961EAF-A6E9-AA89-4B4C-4D1439716945}"/>
              </a:ext>
            </a:extLst>
          </p:cNvPr>
          <p:cNvSpPr txBox="1"/>
          <p:nvPr/>
        </p:nvSpPr>
        <p:spPr>
          <a:xfrm>
            <a:off x="625164" y="1303853"/>
            <a:ext cx="31779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注意力矩阵</a:t>
            </a:r>
          </a:p>
        </p:txBody>
      </p:sp>
      <p:cxnSp>
        <p:nvCxnSpPr>
          <p:cNvPr id="227" name="连接符: 肘形 226">
            <a:extLst>
              <a:ext uri="{FF2B5EF4-FFF2-40B4-BE49-F238E27FC236}">
                <a16:creationId xmlns:a16="http://schemas.microsoft.com/office/drawing/2014/main" id="{C5FD20A3-1B11-EB92-585A-70A49AC19798}"/>
              </a:ext>
            </a:extLst>
          </p:cNvPr>
          <p:cNvCxnSpPr>
            <a:cxnSpLocks/>
            <a:stCxn id="210" idx="3"/>
            <a:endCxn id="276" idx="1"/>
          </p:cNvCxnSpPr>
          <p:nvPr/>
        </p:nvCxnSpPr>
        <p:spPr>
          <a:xfrm flipV="1">
            <a:off x="2383906" y="1789195"/>
            <a:ext cx="1260293" cy="99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B463A434-4052-0D15-1F38-E9DE776BE1A5}"/>
              </a:ext>
            </a:extLst>
          </p:cNvPr>
          <p:cNvCxnSpPr>
            <a:cxnSpLocks/>
            <a:stCxn id="128" idx="0"/>
            <a:endCxn id="276" idx="2"/>
          </p:cNvCxnSpPr>
          <p:nvPr/>
        </p:nvCxnSpPr>
        <p:spPr>
          <a:xfrm rot="16200000" flipV="1">
            <a:off x="3589339" y="2819794"/>
            <a:ext cx="1764117" cy="441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矩形: 圆角 275">
                <a:extLst>
                  <a:ext uri="{FF2B5EF4-FFF2-40B4-BE49-F238E27FC236}">
                    <a16:creationId xmlns:a16="http://schemas.microsoft.com/office/drawing/2014/main" id="{69E9EE1C-1E84-EDB3-E0BA-1232D1F241FC}"/>
                  </a:ext>
                </a:extLst>
              </p:cNvPr>
              <p:cNvSpPr/>
              <p:nvPr/>
            </p:nvSpPr>
            <p:spPr>
              <a:xfrm>
                <a:off x="3644199" y="1638445"/>
                <a:ext cx="1649978" cy="3014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𝑜𝑓𝑡𝑀𝑎𝑥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@</m:t>
                              </m:r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zh-CN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@ </m:t>
                      </m:r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sz="1200" i="1" dirty="0">
                  <a:solidFill>
                    <a:sysClr val="windowText" lastClr="0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6" name="矩形: 圆角 275">
                <a:extLst>
                  <a:ext uri="{FF2B5EF4-FFF2-40B4-BE49-F238E27FC236}">
                    <a16:creationId xmlns:a16="http://schemas.microsoft.com/office/drawing/2014/main" id="{69E9EE1C-1E84-EDB3-E0BA-1232D1F24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199" y="1638445"/>
                <a:ext cx="1649978" cy="30149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8A743A0E-DBAC-6B2A-BF19-336B402C7D9B}"/>
              </a:ext>
            </a:extLst>
          </p:cNvPr>
          <p:cNvSpPr txBox="1"/>
          <p:nvPr/>
        </p:nvSpPr>
        <p:spPr>
          <a:xfrm>
            <a:off x="2337269" y="5555530"/>
            <a:ext cx="157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1200" dirty="0"/>
          </a:p>
        </p:txBody>
      </p:sp>
      <p:sp>
        <p:nvSpPr>
          <p:cNvPr id="51" name="矩形: 圆角 175">
            <a:extLst>
              <a:ext uri="{FF2B5EF4-FFF2-40B4-BE49-F238E27FC236}">
                <a16:creationId xmlns:a16="http://schemas.microsoft.com/office/drawing/2014/main" id="{1E0D6BC8-D129-8948-784D-C2C34A3D4C07}"/>
              </a:ext>
            </a:extLst>
          </p:cNvPr>
          <p:cNvSpPr/>
          <p:nvPr/>
        </p:nvSpPr>
        <p:spPr>
          <a:xfrm rot="5400000">
            <a:off x="1036515" y="3637163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54" name="矩形: 圆角 176">
            <a:extLst>
              <a:ext uri="{FF2B5EF4-FFF2-40B4-BE49-F238E27FC236}">
                <a16:creationId xmlns:a16="http://schemas.microsoft.com/office/drawing/2014/main" id="{A5D2DD11-F526-C381-14FF-1FC8205881A5}"/>
              </a:ext>
            </a:extLst>
          </p:cNvPr>
          <p:cNvSpPr/>
          <p:nvPr/>
        </p:nvSpPr>
        <p:spPr>
          <a:xfrm rot="5400000">
            <a:off x="1036514" y="3808952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55" name="矩形: 圆角 177">
            <a:extLst>
              <a:ext uri="{FF2B5EF4-FFF2-40B4-BE49-F238E27FC236}">
                <a16:creationId xmlns:a16="http://schemas.microsoft.com/office/drawing/2014/main" id="{3DDA8379-951A-75EB-4967-85AD3866FEAD}"/>
              </a:ext>
            </a:extLst>
          </p:cNvPr>
          <p:cNvSpPr/>
          <p:nvPr/>
        </p:nvSpPr>
        <p:spPr>
          <a:xfrm rot="5400000">
            <a:off x="1036514" y="3986764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57" name="矩形: 圆角 178">
            <a:extLst>
              <a:ext uri="{FF2B5EF4-FFF2-40B4-BE49-F238E27FC236}">
                <a16:creationId xmlns:a16="http://schemas.microsoft.com/office/drawing/2014/main" id="{FAA645D1-98D9-B59B-1BF4-3324F1D7A03A}"/>
              </a:ext>
            </a:extLst>
          </p:cNvPr>
          <p:cNvSpPr/>
          <p:nvPr/>
        </p:nvSpPr>
        <p:spPr>
          <a:xfrm rot="5400000">
            <a:off x="1036514" y="4164725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58" name="矩形: 圆角 179">
            <a:extLst>
              <a:ext uri="{FF2B5EF4-FFF2-40B4-BE49-F238E27FC236}">
                <a16:creationId xmlns:a16="http://schemas.microsoft.com/office/drawing/2014/main" id="{702908AF-8444-518A-27EF-B8FCB8706F2E}"/>
              </a:ext>
            </a:extLst>
          </p:cNvPr>
          <p:cNvSpPr/>
          <p:nvPr/>
        </p:nvSpPr>
        <p:spPr>
          <a:xfrm rot="5400000">
            <a:off x="1036514" y="4343088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59" name="矩形: 圆角 180">
            <a:extLst>
              <a:ext uri="{FF2B5EF4-FFF2-40B4-BE49-F238E27FC236}">
                <a16:creationId xmlns:a16="http://schemas.microsoft.com/office/drawing/2014/main" id="{08A237CF-0393-8C02-8B21-E5A8904B19B4}"/>
              </a:ext>
            </a:extLst>
          </p:cNvPr>
          <p:cNvSpPr/>
          <p:nvPr/>
        </p:nvSpPr>
        <p:spPr>
          <a:xfrm>
            <a:off x="871589" y="3698346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5FDA7EE-1176-3261-BE48-6A9D3CFF80F3}"/>
              </a:ext>
            </a:extLst>
          </p:cNvPr>
          <p:cNvSpPr txBox="1"/>
          <p:nvPr/>
        </p:nvSpPr>
        <p:spPr>
          <a:xfrm>
            <a:off x="708421" y="3638629"/>
            <a:ext cx="157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1200" dirty="0"/>
          </a:p>
        </p:txBody>
      </p:sp>
      <p:sp>
        <p:nvSpPr>
          <p:cNvPr id="62" name="矩形: 圆角 175">
            <a:extLst>
              <a:ext uri="{FF2B5EF4-FFF2-40B4-BE49-F238E27FC236}">
                <a16:creationId xmlns:a16="http://schemas.microsoft.com/office/drawing/2014/main" id="{D021CDE1-12EB-B9C9-9C2B-4FAA48FF932F}"/>
              </a:ext>
            </a:extLst>
          </p:cNvPr>
          <p:cNvSpPr/>
          <p:nvPr/>
        </p:nvSpPr>
        <p:spPr>
          <a:xfrm rot="5400000">
            <a:off x="1510279" y="3635993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63" name="矩形: 圆角 175">
            <a:extLst>
              <a:ext uri="{FF2B5EF4-FFF2-40B4-BE49-F238E27FC236}">
                <a16:creationId xmlns:a16="http://schemas.microsoft.com/office/drawing/2014/main" id="{B51F7A05-BDE4-6EE9-028B-AA9E9D38E647}"/>
              </a:ext>
            </a:extLst>
          </p:cNvPr>
          <p:cNvSpPr/>
          <p:nvPr/>
        </p:nvSpPr>
        <p:spPr>
          <a:xfrm rot="5400000">
            <a:off x="1510279" y="3810619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64" name="矩形: 圆角 175">
            <a:extLst>
              <a:ext uri="{FF2B5EF4-FFF2-40B4-BE49-F238E27FC236}">
                <a16:creationId xmlns:a16="http://schemas.microsoft.com/office/drawing/2014/main" id="{808B0FDA-3D69-1E2C-6A5D-34BEBCF4939F}"/>
              </a:ext>
            </a:extLst>
          </p:cNvPr>
          <p:cNvSpPr/>
          <p:nvPr/>
        </p:nvSpPr>
        <p:spPr>
          <a:xfrm rot="5400000">
            <a:off x="1503929" y="3982070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65" name="矩形: 圆角 175">
            <a:extLst>
              <a:ext uri="{FF2B5EF4-FFF2-40B4-BE49-F238E27FC236}">
                <a16:creationId xmlns:a16="http://schemas.microsoft.com/office/drawing/2014/main" id="{A49136E3-D756-0568-9FFB-D88E1AA09A66}"/>
              </a:ext>
            </a:extLst>
          </p:cNvPr>
          <p:cNvSpPr/>
          <p:nvPr/>
        </p:nvSpPr>
        <p:spPr>
          <a:xfrm rot="5400000">
            <a:off x="1510279" y="4163046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66" name="矩形: 圆角 175">
            <a:extLst>
              <a:ext uri="{FF2B5EF4-FFF2-40B4-BE49-F238E27FC236}">
                <a16:creationId xmlns:a16="http://schemas.microsoft.com/office/drawing/2014/main" id="{406A7680-84B9-538A-63B3-7FC0255B3A52}"/>
              </a:ext>
            </a:extLst>
          </p:cNvPr>
          <p:cNvSpPr/>
          <p:nvPr/>
        </p:nvSpPr>
        <p:spPr>
          <a:xfrm rot="5400000">
            <a:off x="1510279" y="4340634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75" name="矩形: 圆角 180">
            <a:extLst>
              <a:ext uri="{FF2B5EF4-FFF2-40B4-BE49-F238E27FC236}">
                <a16:creationId xmlns:a16="http://schemas.microsoft.com/office/drawing/2014/main" id="{8C198C90-F9CE-B710-4694-A6538B006837}"/>
              </a:ext>
            </a:extLst>
          </p:cNvPr>
          <p:cNvSpPr/>
          <p:nvPr/>
        </p:nvSpPr>
        <p:spPr>
          <a:xfrm>
            <a:off x="1333869" y="3701521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175">
            <a:extLst>
              <a:ext uri="{FF2B5EF4-FFF2-40B4-BE49-F238E27FC236}">
                <a16:creationId xmlns:a16="http://schemas.microsoft.com/office/drawing/2014/main" id="{A0A9820C-3E6A-258E-E0C7-EF3A8537851E}"/>
              </a:ext>
            </a:extLst>
          </p:cNvPr>
          <p:cNvSpPr/>
          <p:nvPr/>
        </p:nvSpPr>
        <p:spPr>
          <a:xfrm>
            <a:off x="2466271" y="3740347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2" name="矩形: 圆角 176">
            <a:extLst>
              <a:ext uri="{FF2B5EF4-FFF2-40B4-BE49-F238E27FC236}">
                <a16:creationId xmlns:a16="http://schemas.microsoft.com/office/drawing/2014/main" id="{8FE95561-F4A6-127D-4FDA-386F5E3A0632}"/>
              </a:ext>
            </a:extLst>
          </p:cNvPr>
          <p:cNvSpPr/>
          <p:nvPr/>
        </p:nvSpPr>
        <p:spPr>
          <a:xfrm>
            <a:off x="2634272" y="3740347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3" name="矩形: 圆角 177">
            <a:extLst>
              <a:ext uri="{FF2B5EF4-FFF2-40B4-BE49-F238E27FC236}">
                <a16:creationId xmlns:a16="http://schemas.microsoft.com/office/drawing/2014/main" id="{1FD890E5-BDF7-2FE8-CAD8-E13DF9821FB4}"/>
              </a:ext>
            </a:extLst>
          </p:cNvPr>
          <p:cNvSpPr/>
          <p:nvPr/>
        </p:nvSpPr>
        <p:spPr>
          <a:xfrm>
            <a:off x="2822252" y="3740347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4" name="矩形: 圆角 178">
            <a:extLst>
              <a:ext uri="{FF2B5EF4-FFF2-40B4-BE49-F238E27FC236}">
                <a16:creationId xmlns:a16="http://schemas.microsoft.com/office/drawing/2014/main" id="{B587A439-EC60-1518-63F8-8C510989C853}"/>
              </a:ext>
            </a:extLst>
          </p:cNvPr>
          <p:cNvSpPr/>
          <p:nvPr/>
        </p:nvSpPr>
        <p:spPr>
          <a:xfrm>
            <a:off x="2996875" y="3740347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6" name="矩形: 圆角 179">
            <a:extLst>
              <a:ext uri="{FF2B5EF4-FFF2-40B4-BE49-F238E27FC236}">
                <a16:creationId xmlns:a16="http://schemas.microsoft.com/office/drawing/2014/main" id="{A6001056-52D0-A2C7-DEAF-E6E8C7C16C16}"/>
              </a:ext>
            </a:extLst>
          </p:cNvPr>
          <p:cNvSpPr/>
          <p:nvPr/>
        </p:nvSpPr>
        <p:spPr>
          <a:xfrm>
            <a:off x="3174523" y="3740347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7" name="矩形: 圆角 180">
            <a:extLst>
              <a:ext uri="{FF2B5EF4-FFF2-40B4-BE49-F238E27FC236}">
                <a16:creationId xmlns:a16="http://schemas.microsoft.com/office/drawing/2014/main" id="{A32265A2-3553-8311-2949-F394DA5189AF}"/>
              </a:ext>
            </a:extLst>
          </p:cNvPr>
          <p:cNvSpPr/>
          <p:nvPr/>
        </p:nvSpPr>
        <p:spPr>
          <a:xfrm rot="16200000">
            <a:off x="2658336" y="3907423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圆角 180">
            <a:extLst>
              <a:ext uri="{FF2B5EF4-FFF2-40B4-BE49-F238E27FC236}">
                <a16:creationId xmlns:a16="http://schemas.microsoft.com/office/drawing/2014/main" id="{AC6B57FB-FB0C-D57F-268D-A33A702F6DDD}"/>
              </a:ext>
            </a:extLst>
          </p:cNvPr>
          <p:cNvSpPr/>
          <p:nvPr/>
        </p:nvSpPr>
        <p:spPr>
          <a:xfrm rot="16200000">
            <a:off x="2656565" y="3443639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: 圆角 175">
            <a:extLst>
              <a:ext uri="{FF2B5EF4-FFF2-40B4-BE49-F238E27FC236}">
                <a16:creationId xmlns:a16="http://schemas.microsoft.com/office/drawing/2014/main" id="{DF927D71-4AB5-2693-6DD3-9150628EAF48}"/>
              </a:ext>
            </a:extLst>
          </p:cNvPr>
          <p:cNvSpPr/>
          <p:nvPr/>
        </p:nvSpPr>
        <p:spPr>
          <a:xfrm>
            <a:off x="2469683" y="4208721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96" name="矩形: 圆角 176">
            <a:extLst>
              <a:ext uri="{FF2B5EF4-FFF2-40B4-BE49-F238E27FC236}">
                <a16:creationId xmlns:a16="http://schemas.microsoft.com/office/drawing/2014/main" id="{6EA5EC54-A259-9C6D-49FF-8B58135E2941}"/>
              </a:ext>
            </a:extLst>
          </p:cNvPr>
          <p:cNvSpPr/>
          <p:nvPr/>
        </p:nvSpPr>
        <p:spPr>
          <a:xfrm>
            <a:off x="2637684" y="4208721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97" name="矩形: 圆角 177">
            <a:extLst>
              <a:ext uri="{FF2B5EF4-FFF2-40B4-BE49-F238E27FC236}">
                <a16:creationId xmlns:a16="http://schemas.microsoft.com/office/drawing/2014/main" id="{DADA05E1-359A-A86A-DA9D-08B9BBE1A3BD}"/>
              </a:ext>
            </a:extLst>
          </p:cNvPr>
          <p:cNvSpPr/>
          <p:nvPr/>
        </p:nvSpPr>
        <p:spPr>
          <a:xfrm>
            <a:off x="2825664" y="4208721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98" name="矩形: 圆角 178">
            <a:extLst>
              <a:ext uri="{FF2B5EF4-FFF2-40B4-BE49-F238E27FC236}">
                <a16:creationId xmlns:a16="http://schemas.microsoft.com/office/drawing/2014/main" id="{32A11965-7E68-DCAD-8E97-241A564339BF}"/>
              </a:ext>
            </a:extLst>
          </p:cNvPr>
          <p:cNvSpPr/>
          <p:nvPr/>
        </p:nvSpPr>
        <p:spPr>
          <a:xfrm>
            <a:off x="3000287" y="4208721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99" name="矩形: 圆角 179">
            <a:extLst>
              <a:ext uri="{FF2B5EF4-FFF2-40B4-BE49-F238E27FC236}">
                <a16:creationId xmlns:a16="http://schemas.microsoft.com/office/drawing/2014/main" id="{61B14EA1-35FD-F9BD-AEB5-DEE458D0A8B9}"/>
              </a:ext>
            </a:extLst>
          </p:cNvPr>
          <p:cNvSpPr/>
          <p:nvPr/>
        </p:nvSpPr>
        <p:spPr>
          <a:xfrm>
            <a:off x="3177935" y="4208721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ADADE94-ABA7-227F-FE3E-CF1F1C3C343B}"/>
              </a:ext>
            </a:extLst>
          </p:cNvPr>
          <p:cNvSpPr txBox="1"/>
          <p:nvPr/>
        </p:nvSpPr>
        <p:spPr>
          <a:xfrm>
            <a:off x="2349930" y="4535376"/>
            <a:ext cx="10372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E  L  L  O</a:t>
            </a:r>
            <a:endParaRPr lang="zh-CN" altLang="en-US" sz="1200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357D86A-661D-707D-A35D-D7ED0600BC51}"/>
              </a:ext>
            </a:extLst>
          </p:cNvPr>
          <p:cNvSpPr txBox="1"/>
          <p:nvPr/>
        </p:nvSpPr>
        <p:spPr>
          <a:xfrm>
            <a:off x="863911" y="4636833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endParaRPr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8C47F14-175C-30B2-C2A2-95E7D18880AC}"/>
              </a:ext>
            </a:extLst>
          </p:cNvPr>
          <p:cNvSpPr txBox="1"/>
          <p:nvPr/>
        </p:nvSpPr>
        <p:spPr>
          <a:xfrm>
            <a:off x="1343971" y="4636833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lang="zh-CN" altLang="en-US" sz="1200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2F5CFFD-E46E-1D30-C3D9-37378021E242}"/>
              </a:ext>
            </a:extLst>
          </p:cNvPr>
          <p:cNvSpPr txBox="1"/>
          <p:nvPr/>
        </p:nvSpPr>
        <p:spPr>
          <a:xfrm>
            <a:off x="3327076" y="3768153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endParaRPr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E46C9A3-2909-A9AA-1D68-E2AF95C75817}"/>
              </a:ext>
            </a:extLst>
          </p:cNvPr>
          <p:cNvSpPr txBox="1"/>
          <p:nvPr/>
        </p:nvSpPr>
        <p:spPr>
          <a:xfrm>
            <a:off x="3327076" y="4236783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lang="zh-CN" altLang="en-US" sz="1200" dirty="0"/>
          </a:p>
        </p:txBody>
      </p:sp>
      <p:sp>
        <p:nvSpPr>
          <p:cNvPr id="117" name="矩形: 圆角 175">
            <a:extLst>
              <a:ext uri="{FF2B5EF4-FFF2-40B4-BE49-F238E27FC236}">
                <a16:creationId xmlns:a16="http://schemas.microsoft.com/office/drawing/2014/main" id="{6B73005E-2D10-26F9-D717-CF603C92EF58}"/>
              </a:ext>
            </a:extLst>
          </p:cNvPr>
          <p:cNvSpPr/>
          <p:nvPr/>
        </p:nvSpPr>
        <p:spPr>
          <a:xfrm rot="5400000">
            <a:off x="4429540" y="3642878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18" name="矩形: 圆角 176">
            <a:extLst>
              <a:ext uri="{FF2B5EF4-FFF2-40B4-BE49-F238E27FC236}">
                <a16:creationId xmlns:a16="http://schemas.microsoft.com/office/drawing/2014/main" id="{E99A96AF-F75D-2FAF-0C38-62C0DB41017E}"/>
              </a:ext>
            </a:extLst>
          </p:cNvPr>
          <p:cNvSpPr/>
          <p:nvPr/>
        </p:nvSpPr>
        <p:spPr>
          <a:xfrm rot="5400000">
            <a:off x="4429539" y="3814667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19" name="矩形: 圆角 177">
            <a:extLst>
              <a:ext uri="{FF2B5EF4-FFF2-40B4-BE49-F238E27FC236}">
                <a16:creationId xmlns:a16="http://schemas.microsoft.com/office/drawing/2014/main" id="{EBC18AEB-4B6F-EFA6-AFD3-900030B709C5}"/>
              </a:ext>
            </a:extLst>
          </p:cNvPr>
          <p:cNvSpPr/>
          <p:nvPr/>
        </p:nvSpPr>
        <p:spPr>
          <a:xfrm rot="5400000">
            <a:off x="4429539" y="3992479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20" name="矩形: 圆角 178">
            <a:extLst>
              <a:ext uri="{FF2B5EF4-FFF2-40B4-BE49-F238E27FC236}">
                <a16:creationId xmlns:a16="http://schemas.microsoft.com/office/drawing/2014/main" id="{7F3CD251-284B-BB79-A415-4148A9380229}"/>
              </a:ext>
            </a:extLst>
          </p:cNvPr>
          <p:cNvSpPr/>
          <p:nvPr/>
        </p:nvSpPr>
        <p:spPr>
          <a:xfrm rot="5400000">
            <a:off x="4429539" y="4170440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26" name="矩形: 圆角 179">
            <a:extLst>
              <a:ext uri="{FF2B5EF4-FFF2-40B4-BE49-F238E27FC236}">
                <a16:creationId xmlns:a16="http://schemas.microsoft.com/office/drawing/2014/main" id="{C84BD2C4-6851-99E6-A4F2-C33963EFE4AA}"/>
              </a:ext>
            </a:extLst>
          </p:cNvPr>
          <p:cNvSpPr/>
          <p:nvPr/>
        </p:nvSpPr>
        <p:spPr>
          <a:xfrm rot="5400000">
            <a:off x="4429539" y="4348803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28" name="矩形: 圆角 180">
            <a:extLst>
              <a:ext uri="{FF2B5EF4-FFF2-40B4-BE49-F238E27FC236}">
                <a16:creationId xmlns:a16="http://schemas.microsoft.com/office/drawing/2014/main" id="{CB751218-1A69-A0D8-8C19-36FF6C2485A5}"/>
              </a:ext>
            </a:extLst>
          </p:cNvPr>
          <p:cNvSpPr/>
          <p:nvPr/>
        </p:nvSpPr>
        <p:spPr>
          <a:xfrm>
            <a:off x="4264614" y="3704061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7F7167E-6596-9199-A2CC-82D94CE10341}"/>
              </a:ext>
            </a:extLst>
          </p:cNvPr>
          <p:cNvSpPr txBox="1"/>
          <p:nvPr/>
        </p:nvSpPr>
        <p:spPr>
          <a:xfrm>
            <a:off x="4101446" y="3644344"/>
            <a:ext cx="157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1200" dirty="0"/>
          </a:p>
        </p:txBody>
      </p:sp>
      <p:sp>
        <p:nvSpPr>
          <p:cNvPr id="131" name="矩形: 圆角 175">
            <a:extLst>
              <a:ext uri="{FF2B5EF4-FFF2-40B4-BE49-F238E27FC236}">
                <a16:creationId xmlns:a16="http://schemas.microsoft.com/office/drawing/2014/main" id="{6582A48A-019B-C446-8DCF-47CA1E5EAC7B}"/>
              </a:ext>
            </a:extLst>
          </p:cNvPr>
          <p:cNvSpPr/>
          <p:nvPr/>
        </p:nvSpPr>
        <p:spPr>
          <a:xfrm rot="5400000">
            <a:off x="4903304" y="3641708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32" name="矩形: 圆角 175">
            <a:extLst>
              <a:ext uri="{FF2B5EF4-FFF2-40B4-BE49-F238E27FC236}">
                <a16:creationId xmlns:a16="http://schemas.microsoft.com/office/drawing/2014/main" id="{AA030835-5F96-D71C-246B-96F50E2AE2F3}"/>
              </a:ext>
            </a:extLst>
          </p:cNvPr>
          <p:cNvSpPr/>
          <p:nvPr/>
        </p:nvSpPr>
        <p:spPr>
          <a:xfrm rot="5400000">
            <a:off x="4903304" y="3816334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33" name="矩形: 圆角 175">
            <a:extLst>
              <a:ext uri="{FF2B5EF4-FFF2-40B4-BE49-F238E27FC236}">
                <a16:creationId xmlns:a16="http://schemas.microsoft.com/office/drawing/2014/main" id="{0F34E02C-DEB3-6DC3-B6B1-B626E54FE3DA}"/>
              </a:ext>
            </a:extLst>
          </p:cNvPr>
          <p:cNvSpPr/>
          <p:nvPr/>
        </p:nvSpPr>
        <p:spPr>
          <a:xfrm rot="5400000">
            <a:off x="4896954" y="3987785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34" name="矩形: 圆角 175">
            <a:extLst>
              <a:ext uri="{FF2B5EF4-FFF2-40B4-BE49-F238E27FC236}">
                <a16:creationId xmlns:a16="http://schemas.microsoft.com/office/drawing/2014/main" id="{D670EA91-666D-4F0F-EB25-207A61EC8A24}"/>
              </a:ext>
            </a:extLst>
          </p:cNvPr>
          <p:cNvSpPr/>
          <p:nvPr/>
        </p:nvSpPr>
        <p:spPr>
          <a:xfrm rot="5400000">
            <a:off x="4903304" y="4168761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35" name="矩形: 圆角 175">
            <a:extLst>
              <a:ext uri="{FF2B5EF4-FFF2-40B4-BE49-F238E27FC236}">
                <a16:creationId xmlns:a16="http://schemas.microsoft.com/office/drawing/2014/main" id="{19A3F838-94B9-E544-1066-B4C853E72584}"/>
              </a:ext>
            </a:extLst>
          </p:cNvPr>
          <p:cNvSpPr/>
          <p:nvPr/>
        </p:nvSpPr>
        <p:spPr>
          <a:xfrm rot="5400000">
            <a:off x="4903304" y="4346349"/>
            <a:ext cx="88132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36" name="矩形: 圆角 180">
            <a:extLst>
              <a:ext uri="{FF2B5EF4-FFF2-40B4-BE49-F238E27FC236}">
                <a16:creationId xmlns:a16="http://schemas.microsoft.com/office/drawing/2014/main" id="{A0C8869D-C64E-0A33-C439-14F404D428DA}"/>
              </a:ext>
            </a:extLst>
          </p:cNvPr>
          <p:cNvSpPr/>
          <p:nvPr/>
        </p:nvSpPr>
        <p:spPr>
          <a:xfrm>
            <a:off x="4726894" y="3707236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4A54A67-8D14-17DF-8802-AEE01B594279}"/>
              </a:ext>
            </a:extLst>
          </p:cNvPr>
          <p:cNvSpPr txBox="1"/>
          <p:nvPr/>
        </p:nvSpPr>
        <p:spPr>
          <a:xfrm>
            <a:off x="4256936" y="4642548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endParaRPr lang="zh-CN" altLang="en-US" sz="120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62BEFB5-9D61-11DD-DDF4-4068FC9BDB6E}"/>
              </a:ext>
            </a:extLst>
          </p:cNvPr>
          <p:cNvSpPr txBox="1"/>
          <p:nvPr/>
        </p:nvSpPr>
        <p:spPr>
          <a:xfrm>
            <a:off x="4736996" y="4642548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lang="zh-CN" altLang="en-US" sz="1200" dirty="0"/>
          </a:p>
        </p:txBody>
      </p: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041D728D-36BC-A1D0-B1B6-7E87CCAD6DCA}"/>
              </a:ext>
            </a:extLst>
          </p:cNvPr>
          <p:cNvCxnSpPr>
            <a:cxnSpLocks/>
            <a:stCxn id="181" idx="0"/>
            <a:endCxn id="248" idx="2"/>
          </p:cNvCxnSpPr>
          <p:nvPr/>
        </p:nvCxnSpPr>
        <p:spPr>
          <a:xfrm flipH="1" flipV="1">
            <a:off x="1312932" y="5080495"/>
            <a:ext cx="1568615" cy="53475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192E13D5-11DD-12EC-386F-FB4F333FF67F}"/>
              </a:ext>
            </a:extLst>
          </p:cNvPr>
          <p:cNvCxnSpPr>
            <a:cxnSpLocks/>
            <a:stCxn id="181" idx="0"/>
            <a:endCxn id="255" idx="2"/>
          </p:cNvCxnSpPr>
          <p:nvPr/>
        </p:nvCxnSpPr>
        <p:spPr>
          <a:xfrm flipV="1">
            <a:off x="2881547" y="5089374"/>
            <a:ext cx="1801658" cy="52587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2B7CB56-944D-A458-9430-2802FED75D38}"/>
              </a:ext>
            </a:extLst>
          </p:cNvPr>
          <p:cNvCxnSpPr>
            <a:cxnSpLocks/>
            <a:stCxn id="181" idx="0"/>
            <a:endCxn id="249" idx="2"/>
          </p:cNvCxnSpPr>
          <p:nvPr/>
        </p:nvCxnSpPr>
        <p:spPr>
          <a:xfrm flipH="1" flipV="1">
            <a:off x="2877828" y="5089374"/>
            <a:ext cx="3719" cy="52587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: 圆角 175">
            <a:extLst>
              <a:ext uri="{FF2B5EF4-FFF2-40B4-BE49-F238E27FC236}">
                <a16:creationId xmlns:a16="http://schemas.microsoft.com/office/drawing/2014/main" id="{5707FC65-3BF0-E58C-1813-E0DD8EB5F89C}"/>
              </a:ext>
            </a:extLst>
          </p:cNvPr>
          <p:cNvSpPr/>
          <p:nvPr/>
        </p:nvSpPr>
        <p:spPr>
          <a:xfrm rot="5400000">
            <a:off x="5994558" y="1267837"/>
            <a:ext cx="88132" cy="32273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52" name="矩形: 圆角 176">
            <a:extLst>
              <a:ext uri="{FF2B5EF4-FFF2-40B4-BE49-F238E27FC236}">
                <a16:creationId xmlns:a16="http://schemas.microsoft.com/office/drawing/2014/main" id="{9029853C-B7F6-1E2E-0717-70608F4E8639}"/>
              </a:ext>
            </a:extLst>
          </p:cNvPr>
          <p:cNvSpPr/>
          <p:nvPr/>
        </p:nvSpPr>
        <p:spPr>
          <a:xfrm rot="5400000">
            <a:off x="5994557" y="1439626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53" name="矩形: 圆角 177">
            <a:extLst>
              <a:ext uri="{FF2B5EF4-FFF2-40B4-BE49-F238E27FC236}">
                <a16:creationId xmlns:a16="http://schemas.microsoft.com/office/drawing/2014/main" id="{3B894250-D488-AEC3-090D-F53CBEDB9DCC}"/>
              </a:ext>
            </a:extLst>
          </p:cNvPr>
          <p:cNvSpPr/>
          <p:nvPr/>
        </p:nvSpPr>
        <p:spPr>
          <a:xfrm rot="5400000">
            <a:off x="5994557" y="1617438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54" name="矩形: 圆角 178">
            <a:extLst>
              <a:ext uri="{FF2B5EF4-FFF2-40B4-BE49-F238E27FC236}">
                <a16:creationId xmlns:a16="http://schemas.microsoft.com/office/drawing/2014/main" id="{D4A80A37-B275-ECA0-7850-F8CE1F72D4E1}"/>
              </a:ext>
            </a:extLst>
          </p:cNvPr>
          <p:cNvSpPr/>
          <p:nvPr/>
        </p:nvSpPr>
        <p:spPr>
          <a:xfrm rot="5400000">
            <a:off x="5994557" y="1795399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55" name="矩形: 圆角 179">
            <a:extLst>
              <a:ext uri="{FF2B5EF4-FFF2-40B4-BE49-F238E27FC236}">
                <a16:creationId xmlns:a16="http://schemas.microsoft.com/office/drawing/2014/main" id="{F0738884-F03C-E990-AA15-9E2BF503F9FC}"/>
              </a:ext>
            </a:extLst>
          </p:cNvPr>
          <p:cNvSpPr/>
          <p:nvPr/>
        </p:nvSpPr>
        <p:spPr>
          <a:xfrm rot="5400000">
            <a:off x="5994557" y="1973762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157" name="矩形: 圆角 180">
            <a:extLst>
              <a:ext uri="{FF2B5EF4-FFF2-40B4-BE49-F238E27FC236}">
                <a16:creationId xmlns:a16="http://schemas.microsoft.com/office/drawing/2014/main" id="{BB90FEC4-D162-9079-02B2-DBB94610635D}"/>
              </a:ext>
            </a:extLst>
          </p:cNvPr>
          <p:cNvSpPr/>
          <p:nvPr/>
        </p:nvSpPr>
        <p:spPr>
          <a:xfrm>
            <a:off x="5829632" y="1329020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E6D8722-04F4-50EB-D641-7B2563FC0EDF}"/>
              </a:ext>
            </a:extLst>
          </p:cNvPr>
          <p:cNvSpPr txBox="1"/>
          <p:nvPr/>
        </p:nvSpPr>
        <p:spPr>
          <a:xfrm>
            <a:off x="5654608" y="1269303"/>
            <a:ext cx="157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1200" dirty="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E5061AE-90BF-E464-B059-BA3E01E60A10}"/>
              </a:ext>
            </a:extLst>
          </p:cNvPr>
          <p:cNvSpPr txBox="1"/>
          <p:nvPr/>
        </p:nvSpPr>
        <p:spPr>
          <a:xfrm>
            <a:off x="5836145" y="2276275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endParaRPr lang="zh-CN" altLang="en-US" sz="1200" dirty="0"/>
          </a:p>
        </p:txBody>
      </p:sp>
      <p:cxnSp>
        <p:nvCxnSpPr>
          <p:cNvPr id="170" name="连接符: 肘形 231">
            <a:extLst>
              <a:ext uri="{FF2B5EF4-FFF2-40B4-BE49-F238E27FC236}">
                <a16:creationId xmlns:a16="http://schemas.microsoft.com/office/drawing/2014/main" id="{BDB5A3B2-B87B-9688-4ACA-CA651955F30F}"/>
              </a:ext>
            </a:extLst>
          </p:cNvPr>
          <p:cNvCxnSpPr>
            <a:cxnSpLocks/>
            <a:stCxn id="276" idx="3"/>
            <a:endCxn id="157" idx="0"/>
          </p:cNvCxnSpPr>
          <p:nvPr/>
        </p:nvCxnSpPr>
        <p:spPr>
          <a:xfrm flipV="1">
            <a:off x="5294177" y="1329020"/>
            <a:ext cx="744446" cy="460175"/>
          </a:xfrm>
          <a:prstGeom prst="bentConnector4">
            <a:avLst>
              <a:gd name="adj1" fmla="val 35963"/>
              <a:gd name="adj2" fmla="val 14816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778EF35-30A0-7430-AFAF-49205CC82395}"/>
              </a:ext>
            </a:extLst>
          </p:cNvPr>
          <p:cNvSpPr txBox="1"/>
          <p:nvPr/>
        </p:nvSpPr>
        <p:spPr>
          <a:xfrm>
            <a:off x="2591086" y="6495665"/>
            <a:ext cx="548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(5,F)</a:t>
            </a:r>
            <a:endParaRPr lang="zh-CN" altLang="en-US" sz="1200" dirty="0"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47C19F74-B72B-7B54-ECF4-7F253EE15C33}"/>
              </a:ext>
            </a:extLst>
          </p:cNvPr>
          <p:cNvSpPr txBox="1"/>
          <p:nvPr/>
        </p:nvSpPr>
        <p:spPr>
          <a:xfrm>
            <a:off x="244094" y="1740820"/>
            <a:ext cx="439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(5,5)</a:t>
            </a:r>
            <a:endParaRPr lang="zh-CN" altLang="en-US" sz="1200" dirty="0"/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729DF932-421F-9D2E-AF5C-411EC4591250}"/>
              </a:ext>
            </a:extLst>
          </p:cNvPr>
          <p:cNvSpPr txBox="1"/>
          <p:nvPr/>
        </p:nvSpPr>
        <p:spPr>
          <a:xfrm>
            <a:off x="480253" y="3187073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(5,F/2)</a:t>
            </a:r>
            <a:endParaRPr lang="zh-CN" altLang="en-US" sz="1200" dirty="0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FA7C32F2-8EEE-4DEB-4A64-55804D38B1FD}"/>
              </a:ext>
            </a:extLst>
          </p:cNvPr>
          <p:cNvSpPr txBox="1"/>
          <p:nvPr/>
        </p:nvSpPr>
        <p:spPr>
          <a:xfrm>
            <a:off x="2169450" y="3187073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(F/2,5)</a:t>
            </a:r>
            <a:endParaRPr lang="zh-CN" altLang="en-US" sz="1200" dirty="0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0ED1B443-4B78-8786-AE44-F0CBEF186A11}"/>
              </a:ext>
            </a:extLst>
          </p:cNvPr>
          <p:cNvSpPr txBox="1"/>
          <p:nvPr/>
        </p:nvSpPr>
        <p:spPr>
          <a:xfrm>
            <a:off x="2580875" y="5266145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转置</a:t>
            </a:r>
            <a:endParaRPr lang="zh-CN" altLang="en-US" sz="1200" dirty="0"/>
          </a:p>
        </p:txBody>
      </p:sp>
      <p:cxnSp>
        <p:nvCxnSpPr>
          <p:cNvPr id="215" name="连接符: 肘形 195">
            <a:extLst>
              <a:ext uri="{FF2B5EF4-FFF2-40B4-BE49-F238E27FC236}">
                <a16:creationId xmlns:a16="http://schemas.microsoft.com/office/drawing/2014/main" id="{4032065C-4A82-DF81-B105-C62D385603BC}"/>
              </a:ext>
            </a:extLst>
          </p:cNvPr>
          <p:cNvCxnSpPr>
            <a:cxnSpLocks/>
            <a:stCxn id="75" idx="0"/>
            <a:endCxn id="195" idx="1"/>
          </p:cNvCxnSpPr>
          <p:nvPr/>
        </p:nvCxnSpPr>
        <p:spPr>
          <a:xfrm rot="16200000" flipV="1">
            <a:off x="1203005" y="3361665"/>
            <a:ext cx="529830" cy="149881"/>
          </a:xfrm>
          <a:prstGeom prst="bentConnector4">
            <a:avLst>
              <a:gd name="adj1" fmla="val 35774"/>
              <a:gd name="adj2" fmla="val 31058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连接符: 肘形 198">
            <a:extLst>
              <a:ext uri="{FF2B5EF4-FFF2-40B4-BE49-F238E27FC236}">
                <a16:creationId xmlns:a16="http://schemas.microsoft.com/office/drawing/2014/main" id="{C4E00AB5-1444-AA3F-37EC-8F77044E54B9}"/>
              </a:ext>
            </a:extLst>
          </p:cNvPr>
          <p:cNvCxnSpPr>
            <a:cxnSpLocks/>
            <a:stCxn id="87" idx="0"/>
            <a:endCxn id="195" idx="3"/>
          </p:cNvCxnSpPr>
          <p:nvPr/>
        </p:nvCxnSpPr>
        <p:spPr>
          <a:xfrm rot="10800000">
            <a:off x="1939700" y="3171691"/>
            <a:ext cx="469554" cy="119380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连接符: 肘形 231">
            <a:extLst>
              <a:ext uri="{FF2B5EF4-FFF2-40B4-BE49-F238E27FC236}">
                <a16:creationId xmlns:a16="http://schemas.microsoft.com/office/drawing/2014/main" id="{11744277-957F-CC8B-C990-66C7C70FB34A}"/>
              </a:ext>
            </a:extLst>
          </p:cNvPr>
          <p:cNvCxnSpPr>
            <a:cxnSpLocks/>
            <a:stCxn id="136" idx="0"/>
            <a:endCxn id="276" idx="2"/>
          </p:cNvCxnSpPr>
          <p:nvPr/>
        </p:nvCxnSpPr>
        <p:spPr>
          <a:xfrm rot="16200000" flipV="1">
            <a:off x="3818891" y="2590241"/>
            <a:ext cx="1767292" cy="46669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175">
            <a:extLst>
              <a:ext uri="{FF2B5EF4-FFF2-40B4-BE49-F238E27FC236}">
                <a16:creationId xmlns:a16="http://schemas.microsoft.com/office/drawing/2014/main" id="{30D49CEC-A691-E870-4B2A-B67CA658D499}"/>
              </a:ext>
            </a:extLst>
          </p:cNvPr>
          <p:cNvSpPr/>
          <p:nvPr/>
        </p:nvSpPr>
        <p:spPr>
          <a:xfrm rot="5400000">
            <a:off x="6468367" y="1269938"/>
            <a:ext cx="88132" cy="32273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26" name="矩形: 圆角 176">
            <a:extLst>
              <a:ext uri="{FF2B5EF4-FFF2-40B4-BE49-F238E27FC236}">
                <a16:creationId xmlns:a16="http://schemas.microsoft.com/office/drawing/2014/main" id="{6BB2BAE2-A36B-6A26-BAC2-2182A6B05EB8}"/>
              </a:ext>
            </a:extLst>
          </p:cNvPr>
          <p:cNvSpPr/>
          <p:nvPr/>
        </p:nvSpPr>
        <p:spPr>
          <a:xfrm rot="5400000">
            <a:off x="6468366" y="1441727"/>
            <a:ext cx="88133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28" name="矩形: 圆角 177">
            <a:extLst>
              <a:ext uri="{FF2B5EF4-FFF2-40B4-BE49-F238E27FC236}">
                <a16:creationId xmlns:a16="http://schemas.microsoft.com/office/drawing/2014/main" id="{7F13D973-F589-B91D-4F3F-1731CB551EE7}"/>
              </a:ext>
            </a:extLst>
          </p:cNvPr>
          <p:cNvSpPr/>
          <p:nvPr/>
        </p:nvSpPr>
        <p:spPr>
          <a:xfrm rot="5400000">
            <a:off x="6468366" y="1619539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29" name="矩形: 圆角 178">
            <a:extLst>
              <a:ext uri="{FF2B5EF4-FFF2-40B4-BE49-F238E27FC236}">
                <a16:creationId xmlns:a16="http://schemas.microsoft.com/office/drawing/2014/main" id="{86723EDC-C303-FB8B-0177-69F984C29904}"/>
              </a:ext>
            </a:extLst>
          </p:cNvPr>
          <p:cNvSpPr/>
          <p:nvPr/>
        </p:nvSpPr>
        <p:spPr>
          <a:xfrm rot="5400000">
            <a:off x="6468366" y="1797500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30" name="矩形: 圆角 179">
            <a:extLst>
              <a:ext uri="{FF2B5EF4-FFF2-40B4-BE49-F238E27FC236}">
                <a16:creationId xmlns:a16="http://schemas.microsoft.com/office/drawing/2014/main" id="{D12949DE-DAD3-5DC6-15C4-DB69C1443CDB}"/>
              </a:ext>
            </a:extLst>
          </p:cNvPr>
          <p:cNvSpPr/>
          <p:nvPr/>
        </p:nvSpPr>
        <p:spPr>
          <a:xfrm rot="5400000">
            <a:off x="6468366" y="1975863"/>
            <a:ext cx="88134" cy="3227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31" name="矩形: 圆角 180">
            <a:extLst>
              <a:ext uri="{FF2B5EF4-FFF2-40B4-BE49-F238E27FC236}">
                <a16:creationId xmlns:a16="http://schemas.microsoft.com/office/drawing/2014/main" id="{0414F873-4516-935F-688C-23B40CBEDBB4}"/>
              </a:ext>
            </a:extLst>
          </p:cNvPr>
          <p:cNvSpPr/>
          <p:nvPr/>
        </p:nvSpPr>
        <p:spPr>
          <a:xfrm>
            <a:off x="6303441" y="1331121"/>
            <a:ext cx="417982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4" name="连接符: 肘形 231">
            <a:extLst>
              <a:ext uri="{FF2B5EF4-FFF2-40B4-BE49-F238E27FC236}">
                <a16:creationId xmlns:a16="http://schemas.microsoft.com/office/drawing/2014/main" id="{B0D4F695-C972-F2F8-47B7-FFA678CA74AB}"/>
              </a:ext>
            </a:extLst>
          </p:cNvPr>
          <p:cNvCxnSpPr>
            <a:cxnSpLocks/>
            <a:stCxn id="276" idx="3"/>
            <a:endCxn id="231" idx="0"/>
          </p:cNvCxnSpPr>
          <p:nvPr/>
        </p:nvCxnSpPr>
        <p:spPr>
          <a:xfrm flipV="1">
            <a:off x="5294177" y="1331121"/>
            <a:ext cx="1218255" cy="458074"/>
          </a:xfrm>
          <a:prstGeom prst="bentConnector4">
            <a:avLst>
              <a:gd name="adj1" fmla="val 22515"/>
              <a:gd name="adj2" fmla="val 149905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619C7A0A-FD01-7ADD-CC2A-492D7B8E5B9E}"/>
              </a:ext>
            </a:extLst>
          </p:cNvPr>
          <p:cNvSpPr txBox="1"/>
          <p:nvPr/>
        </p:nvSpPr>
        <p:spPr>
          <a:xfrm>
            <a:off x="6310795" y="2276275"/>
            <a:ext cx="417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lang="zh-CN" altLang="en-US" sz="1200" dirty="0"/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1BCAC6F2-3689-B312-9761-AFC4DDC9B9F9}"/>
              </a:ext>
            </a:extLst>
          </p:cNvPr>
          <p:cNvSpPr txBox="1"/>
          <p:nvPr/>
        </p:nvSpPr>
        <p:spPr>
          <a:xfrm>
            <a:off x="4507801" y="2028371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(5,F/2)</a:t>
            </a:r>
            <a:endParaRPr lang="zh-CN" altLang="en-US" sz="1200" dirty="0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F612ABA9-7D6D-4D6D-616D-5E3100D0738B}"/>
              </a:ext>
            </a:extLst>
          </p:cNvPr>
          <p:cNvSpPr txBox="1"/>
          <p:nvPr/>
        </p:nvSpPr>
        <p:spPr>
          <a:xfrm>
            <a:off x="5722347" y="2523958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(5,F/2)</a:t>
            </a:r>
            <a:endParaRPr lang="zh-CN" altLang="en-US" sz="1200" dirty="0"/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A1CF242B-9BB0-53BB-B6B8-31C0E3003879}"/>
              </a:ext>
            </a:extLst>
          </p:cNvPr>
          <p:cNvSpPr txBox="1"/>
          <p:nvPr/>
        </p:nvSpPr>
        <p:spPr>
          <a:xfrm>
            <a:off x="6287739" y="2523958"/>
            <a:ext cx="593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(5,F/2)</a:t>
            </a:r>
            <a:endParaRPr lang="zh-CN" altLang="en-US" sz="12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F489C595-77B7-80F3-9EFB-05413CEF6A93}"/>
              </a:ext>
            </a:extLst>
          </p:cNvPr>
          <p:cNvSpPr txBox="1"/>
          <p:nvPr/>
        </p:nvSpPr>
        <p:spPr>
          <a:xfrm>
            <a:off x="216385" y="161745"/>
            <a:ext cx="9053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多头注意力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(Multi-Head Attention, MHA)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7B1D0947-16F3-2FF6-36D7-93EEFF596859}"/>
              </a:ext>
            </a:extLst>
          </p:cNvPr>
          <p:cNvSpPr txBox="1"/>
          <p:nvPr/>
        </p:nvSpPr>
        <p:spPr>
          <a:xfrm>
            <a:off x="1125166" y="4803496"/>
            <a:ext cx="375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200" dirty="0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DD05F506-E879-D5EB-CC04-C2E33BF9401D}"/>
              </a:ext>
            </a:extLst>
          </p:cNvPr>
          <p:cNvSpPr txBox="1"/>
          <p:nvPr/>
        </p:nvSpPr>
        <p:spPr>
          <a:xfrm>
            <a:off x="2690062" y="4812375"/>
            <a:ext cx="375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200" dirty="0"/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582A548E-EC71-E269-7C48-3E860E0692EC}"/>
              </a:ext>
            </a:extLst>
          </p:cNvPr>
          <p:cNvSpPr txBox="1"/>
          <p:nvPr/>
        </p:nvSpPr>
        <p:spPr>
          <a:xfrm>
            <a:off x="4495439" y="4812375"/>
            <a:ext cx="375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262" name="矩形: 圆角 175">
            <a:extLst>
              <a:ext uri="{FF2B5EF4-FFF2-40B4-BE49-F238E27FC236}">
                <a16:creationId xmlns:a16="http://schemas.microsoft.com/office/drawing/2014/main" id="{39B2AC7C-9276-BD6B-DA07-43435EDB73F0}"/>
              </a:ext>
            </a:extLst>
          </p:cNvPr>
          <p:cNvSpPr/>
          <p:nvPr/>
        </p:nvSpPr>
        <p:spPr>
          <a:xfrm rot="5400000">
            <a:off x="6301319" y="2817172"/>
            <a:ext cx="88132" cy="6667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64" name="矩形: 圆角 176">
            <a:extLst>
              <a:ext uri="{FF2B5EF4-FFF2-40B4-BE49-F238E27FC236}">
                <a16:creationId xmlns:a16="http://schemas.microsoft.com/office/drawing/2014/main" id="{FE439DDA-37E1-839E-1F30-B04484C7B061}"/>
              </a:ext>
            </a:extLst>
          </p:cNvPr>
          <p:cNvSpPr/>
          <p:nvPr/>
        </p:nvSpPr>
        <p:spPr>
          <a:xfrm rot="5400000">
            <a:off x="6301318" y="2988960"/>
            <a:ext cx="88133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65" name="矩形: 圆角 177">
            <a:extLst>
              <a:ext uri="{FF2B5EF4-FFF2-40B4-BE49-F238E27FC236}">
                <a16:creationId xmlns:a16="http://schemas.microsoft.com/office/drawing/2014/main" id="{F2AC82A7-7476-7AB4-74B7-935BE5662B29}"/>
              </a:ext>
            </a:extLst>
          </p:cNvPr>
          <p:cNvSpPr/>
          <p:nvPr/>
        </p:nvSpPr>
        <p:spPr>
          <a:xfrm rot="5400000">
            <a:off x="6301318" y="3166773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66" name="矩形: 圆角 178">
            <a:extLst>
              <a:ext uri="{FF2B5EF4-FFF2-40B4-BE49-F238E27FC236}">
                <a16:creationId xmlns:a16="http://schemas.microsoft.com/office/drawing/2014/main" id="{BEDE875D-8DF6-7849-6808-01D109858976}"/>
              </a:ext>
            </a:extLst>
          </p:cNvPr>
          <p:cNvSpPr/>
          <p:nvPr/>
        </p:nvSpPr>
        <p:spPr>
          <a:xfrm rot="5400000">
            <a:off x="6301318" y="3344734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67" name="矩形: 圆角 179">
            <a:extLst>
              <a:ext uri="{FF2B5EF4-FFF2-40B4-BE49-F238E27FC236}">
                <a16:creationId xmlns:a16="http://schemas.microsoft.com/office/drawing/2014/main" id="{7D079F9F-A546-662A-79A3-ECDA4F13EC2F}"/>
              </a:ext>
            </a:extLst>
          </p:cNvPr>
          <p:cNvSpPr/>
          <p:nvPr/>
        </p:nvSpPr>
        <p:spPr>
          <a:xfrm rot="5400000">
            <a:off x="6301318" y="3523097"/>
            <a:ext cx="88134" cy="666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268" name="矩形: 圆角 180">
            <a:extLst>
              <a:ext uri="{FF2B5EF4-FFF2-40B4-BE49-F238E27FC236}">
                <a16:creationId xmlns:a16="http://schemas.microsoft.com/office/drawing/2014/main" id="{7CEA44EF-9D36-D11E-1B7E-6EDB11F25F6A}"/>
              </a:ext>
            </a:extLst>
          </p:cNvPr>
          <p:cNvSpPr/>
          <p:nvPr/>
        </p:nvSpPr>
        <p:spPr>
          <a:xfrm>
            <a:off x="5958034" y="3050364"/>
            <a:ext cx="762220" cy="916147"/>
          </a:xfrm>
          <a:prstGeom prst="roundRect">
            <a:avLst>
              <a:gd name="adj" fmla="val 7871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C25044ED-C844-EFDE-672E-8A9D4D21485A}"/>
              </a:ext>
            </a:extLst>
          </p:cNvPr>
          <p:cNvSpPr txBox="1"/>
          <p:nvPr/>
        </p:nvSpPr>
        <p:spPr>
          <a:xfrm>
            <a:off x="5794866" y="2997627"/>
            <a:ext cx="157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1200" dirty="0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990DF010-8EB7-B776-3871-D42F89D6DA8C}"/>
              </a:ext>
            </a:extLst>
          </p:cNvPr>
          <p:cNvSpPr txBox="1"/>
          <p:nvPr/>
        </p:nvSpPr>
        <p:spPr>
          <a:xfrm>
            <a:off x="6048683" y="3930782"/>
            <a:ext cx="548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(5,F)</a:t>
            </a:r>
            <a:endParaRPr lang="zh-CN" altLang="en-US" sz="1200" dirty="0"/>
          </a:p>
        </p:txBody>
      </p:sp>
      <p:cxnSp>
        <p:nvCxnSpPr>
          <p:cNvPr id="271" name="连接符: 肘形 231">
            <a:extLst>
              <a:ext uri="{FF2B5EF4-FFF2-40B4-BE49-F238E27FC236}">
                <a16:creationId xmlns:a16="http://schemas.microsoft.com/office/drawing/2014/main" id="{CD61D078-CE54-68E0-61D3-3B6177E1B3BE}"/>
              </a:ext>
            </a:extLst>
          </p:cNvPr>
          <p:cNvCxnSpPr>
            <a:cxnSpLocks/>
            <a:stCxn id="231" idx="3"/>
            <a:endCxn id="268" idx="3"/>
          </p:cNvCxnSpPr>
          <p:nvPr/>
        </p:nvCxnSpPr>
        <p:spPr>
          <a:xfrm flipH="1">
            <a:off x="6720254" y="1789195"/>
            <a:ext cx="1169" cy="1719243"/>
          </a:xfrm>
          <a:prstGeom prst="bentConnector3">
            <a:avLst>
              <a:gd name="adj1" fmla="val -19555175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文本框 273">
            <a:extLst>
              <a:ext uri="{FF2B5EF4-FFF2-40B4-BE49-F238E27FC236}">
                <a16:creationId xmlns:a16="http://schemas.microsoft.com/office/drawing/2014/main" id="{1062B15E-2BA3-6292-8449-3A12E8280126}"/>
              </a:ext>
            </a:extLst>
          </p:cNvPr>
          <p:cNvSpPr txBox="1"/>
          <p:nvPr/>
        </p:nvSpPr>
        <p:spPr>
          <a:xfrm>
            <a:off x="6947933" y="2196525"/>
            <a:ext cx="4179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特征拼接</a:t>
            </a:r>
            <a:endParaRPr lang="zh-CN" altLang="en-US" sz="1200" dirty="0"/>
          </a:p>
        </p:txBody>
      </p:sp>
      <p:sp>
        <p:nvSpPr>
          <p:cNvPr id="275" name="矩形: 圆角 71">
            <a:extLst>
              <a:ext uri="{FF2B5EF4-FFF2-40B4-BE49-F238E27FC236}">
                <a16:creationId xmlns:a16="http://schemas.microsoft.com/office/drawing/2014/main" id="{65E1F5F3-2F47-26A6-F905-8E36EEECF21C}"/>
              </a:ext>
            </a:extLst>
          </p:cNvPr>
          <p:cNvSpPr/>
          <p:nvPr/>
        </p:nvSpPr>
        <p:spPr>
          <a:xfrm>
            <a:off x="8161384" y="3372801"/>
            <a:ext cx="2879060" cy="2736297"/>
          </a:xfrm>
          <a:prstGeom prst="roundRect">
            <a:avLst>
              <a:gd name="adj" fmla="val 571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矩形: 圆角 3">
                <a:extLst>
                  <a:ext uri="{FF2B5EF4-FFF2-40B4-BE49-F238E27FC236}">
                    <a16:creationId xmlns:a16="http://schemas.microsoft.com/office/drawing/2014/main" id="{0ADFB2AF-5877-0D33-85D9-7FCCE2C03320}"/>
                  </a:ext>
                </a:extLst>
              </p:cNvPr>
              <p:cNvSpPr/>
              <p:nvPr/>
            </p:nvSpPr>
            <p:spPr>
              <a:xfrm>
                <a:off x="8361720" y="5256715"/>
                <a:ext cx="546722" cy="30149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7" name="矩形: 圆角 3">
                <a:extLst>
                  <a:ext uri="{FF2B5EF4-FFF2-40B4-BE49-F238E27FC236}">
                    <a16:creationId xmlns:a16="http://schemas.microsoft.com/office/drawing/2014/main" id="{0ADFB2AF-5877-0D33-85D9-7FCCE2C03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720" y="5256715"/>
                <a:ext cx="546722" cy="301499"/>
              </a:xfrm>
              <a:prstGeom prst="round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矩形: 圆角 4">
                <a:extLst>
                  <a:ext uri="{FF2B5EF4-FFF2-40B4-BE49-F238E27FC236}">
                    <a16:creationId xmlns:a16="http://schemas.microsoft.com/office/drawing/2014/main" id="{D7D81DBC-FD83-B98F-F169-A902ECD3B7AB}"/>
                  </a:ext>
                </a:extLst>
              </p:cNvPr>
              <p:cNvSpPr/>
              <p:nvPr/>
            </p:nvSpPr>
            <p:spPr>
              <a:xfrm>
                <a:off x="9333670" y="5256714"/>
                <a:ext cx="546722" cy="30149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8" name="矩形: 圆角 4">
                <a:extLst>
                  <a:ext uri="{FF2B5EF4-FFF2-40B4-BE49-F238E27FC236}">
                    <a16:creationId xmlns:a16="http://schemas.microsoft.com/office/drawing/2014/main" id="{D7D81DBC-FD83-B98F-F169-A902ECD3B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670" y="5256714"/>
                <a:ext cx="546722" cy="30149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矩形: 圆角 5">
                <a:extLst>
                  <a:ext uri="{FF2B5EF4-FFF2-40B4-BE49-F238E27FC236}">
                    <a16:creationId xmlns:a16="http://schemas.microsoft.com/office/drawing/2014/main" id="{F0FAE362-9A58-F426-A74B-B65732EC40E7}"/>
                  </a:ext>
                </a:extLst>
              </p:cNvPr>
              <p:cNvSpPr/>
              <p:nvPr/>
            </p:nvSpPr>
            <p:spPr>
              <a:xfrm>
                <a:off x="10305620" y="5256714"/>
                <a:ext cx="546722" cy="30149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9" name="矩形: 圆角 5">
                <a:extLst>
                  <a:ext uri="{FF2B5EF4-FFF2-40B4-BE49-F238E27FC236}">
                    <a16:creationId xmlns:a16="http://schemas.microsoft.com/office/drawing/2014/main" id="{F0FAE362-9A58-F426-A74B-B65732EC4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620" y="5256714"/>
                <a:ext cx="546722" cy="30149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矩形: 圆角 18">
                <a:extLst>
                  <a:ext uri="{FF2B5EF4-FFF2-40B4-BE49-F238E27FC236}">
                    <a16:creationId xmlns:a16="http://schemas.microsoft.com/office/drawing/2014/main" id="{3879E9CD-8D6D-BBD9-F7BB-2DBB6DEED8F6}"/>
                  </a:ext>
                </a:extLst>
              </p:cNvPr>
              <p:cNvSpPr/>
              <p:nvPr/>
            </p:nvSpPr>
            <p:spPr>
              <a:xfrm>
                <a:off x="8859472" y="4511801"/>
                <a:ext cx="546721" cy="3014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200" i="1" dirty="0">
                  <a:solidFill>
                    <a:sysClr val="windowText" lastClr="0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0" name="矩形: 圆角 18">
                <a:extLst>
                  <a:ext uri="{FF2B5EF4-FFF2-40B4-BE49-F238E27FC236}">
                    <a16:creationId xmlns:a16="http://schemas.microsoft.com/office/drawing/2014/main" id="{3879E9CD-8D6D-BBD9-F7BB-2DBB6DEED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472" y="4511801"/>
                <a:ext cx="546721" cy="301499"/>
              </a:xfrm>
              <a:prstGeom prst="roundRect">
                <a:avLst/>
              </a:prstGeom>
              <a:blipFill>
                <a:blip r:embed="rId8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1" name="连接符: 肘形 21">
            <a:extLst>
              <a:ext uri="{FF2B5EF4-FFF2-40B4-BE49-F238E27FC236}">
                <a16:creationId xmlns:a16="http://schemas.microsoft.com/office/drawing/2014/main" id="{B6A292EF-6878-6B8A-0663-0BEADCC73E98}"/>
              </a:ext>
            </a:extLst>
          </p:cNvPr>
          <p:cNvCxnSpPr>
            <a:cxnSpLocks/>
            <a:stCxn id="277" idx="0"/>
            <a:endCxn id="280" idx="1"/>
          </p:cNvCxnSpPr>
          <p:nvPr/>
        </p:nvCxnSpPr>
        <p:spPr>
          <a:xfrm rot="5400000" flipH="1" flipV="1">
            <a:off x="8450194" y="4847438"/>
            <a:ext cx="594164" cy="22439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连接符: 肘形 23">
            <a:extLst>
              <a:ext uri="{FF2B5EF4-FFF2-40B4-BE49-F238E27FC236}">
                <a16:creationId xmlns:a16="http://schemas.microsoft.com/office/drawing/2014/main" id="{40C61D22-9ADA-BE50-F6C3-A7FB14039496}"/>
              </a:ext>
            </a:extLst>
          </p:cNvPr>
          <p:cNvCxnSpPr>
            <a:cxnSpLocks/>
            <a:stCxn id="278" idx="0"/>
            <a:endCxn id="280" idx="3"/>
          </p:cNvCxnSpPr>
          <p:nvPr/>
        </p:nvCxnSpPr>
        <p:spPr>
          <a:xfrm rot="16200000" flipV="1">
            <a:off x="9209531" y="4859214"/>
            <a:ext cx="594163" cy="20083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连接符: 肘形 37">
            <a:extLst>
              <a:ext uri="{FF2B5EF4-FFF2-40B4-BE49-F238E27FC236}">
                <a16:creationId xmlns:a16="http://schemas.microsoft.com/office/drawing/2014/main" id="{14EA0DCF-2B73-AFDB-BC2B-5D8F82A6D04F}"/>
              </a:ext>
            </a:extLst>
          </p:cNvPr>
          <p:cNvCxnSpPr>
            <a:cxnSpLocks/>
            <a:stCxn id="279" idx="0"/>
            <a:endCxn id="294" idx="2"/>
          </p:cNvCxnSpPr>
          <p:nvPr/>
        </p:nvCxnSpPr>
        <p:spPr>
          <a:xfrm rot="16200000" flipV="1">
            <a:off x="9729686" y="4407419"/>
            <a:ext cx="1230807" cy="46778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矩形: 圆角 51">
            <a:extLst>
              <a:ext uri="{FF2B5EF4-FFF2-40B4-BE49-F238E27FC236}">
                <a16:creationId xmlns:a16="http://schemas.microsoft.com/office/drawing/2014/main" id="{409C63E1-B47A-D5E2-9EC6-0DE16912A55E}"/>
              </a:ext>
            </a:extLst>
          </p:cNvPr>
          <p:cNvSpPr/>
          <p:nvPr/>
        </p:nvSpPr>
        <p:spPr>
          <a:xfrm>
            <a:off x="9168426" y="6225727"/>
            <a:ext cx="875623" cy="30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5" name="连接符: 肘形 52">
            <a:extLst>
              <a:ext uri="{FF2B5EF4-FFF2-40B4-BE49-F238E27FC236}">
                <a16:creationId xmlns:a16="http://schemas.microsoft.com/office/drawing/2014/main" id="{D7715E53-CF4E-08EA-0DCC-94ACCEF053EF}"/>
              </a:ext>
            </a:extLst>
          </p:cNvPr>
          <p:cNvCxnSpPr>
            <a:cxnSpLocks/>
            <a:stCxn id="284" idx="0"/>
            <a:endCxn id="277" idx="2"/>
          </p:cNvCxnSpPr>
          <p:nvPr/>
        </p:nvCxnSpPr>
        <p:spPr>
          <a:xfrm rot="16200000" flipV="1">
            <a:off x="8786904" y="5406392"/>
            <a:ext cx="667513" cy="971157"/>
          </a:xfrm>
          <a:prstGeom prst="bentConnector3">
            <a:avLst>
              <a:gd name="adj1" fmla="val 29452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连接符: 肘形 55">
            <a:extLst>
              <a:ext uri="{FF2B5EF4-FFF2-40B4-BE49-F238E27FC236}">
                <a16:creationId xmlns:a16="http://schemas.microsoft.com/office/drawing/2014/main" id="{6723F970-9EC8-8886-B67A-BCA1AD1CD71C}"/>
              </a:ext>
            </a:extLst>
          </p:cNvPr>
          <p:cNvCxnSpPr>
            <a:cxnSpLocks/>
            <a:stCxn id="284" idx="0"/>
            <a:endCxn id="278" idx="2"/>
          </p:cNvCxnSpPr>
          <p:nvPr/>
        </p:nvCxnSpPr>
        <p:spPr>
          <a:xfrm rot="5400000" flipH="1" flipV="1">
            <a:off x="9272877" y="5891574"/>
            <a:ext cx="667514" cy="79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连接符: 肘形 60">
            <a:extLst>
              <a:ext uri="{FF2B5EF4-FFF2-40B4-BE49-F238E27FC236}">
                <a16:creationId xmlns:a16="http://schemas.microsoft.com/office/drawing/2014/main" id="{1D4DD3DB-B3E7-9EF6-AB3E-78B5EB1F6EB6}"/>
              </a:ext>
            </a:extLst>
          </p:cNvPr>
          <p:cNvCxnSpPr>
            <a:cxnSpLocks/>
            <a:stCxn id="284" idx="0"/>
            <a:endCxn id="279" idx="2"/>
          </p:cNvCxnSpPr>
          <p:nvPr/>
        </p:nvCxnSpPr>
        <p:spPr>
          <a:xfrm rot="5400000" flipH="1" flipV="1">
            <a:off x="9758852" y="5405599"/>
            <a:ext cx="667514" cy="972743"/>
          </a:xfrm>
          <a:prstGeom prst="bentConnector3">
            <a:avLst>
              <a:gd name="adj1" fmla="val 29452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文本框 287">
            <a:extLst>
              <a:ext uri="{FF2B5EF4-FFF2-40B4-BE49-F238E27FC236}">
                <a16:creationId xmlns:a16="http://schemas.microsoft.com/office/drawing/2014/main" id="{42E66EFF-DFCF-C1A9-4483-8912B1E71245}"/>
              </a:ext>
            </a:extLst>
          </p:cNvPr>
          <p:cNvSpPr txBox="1"/>
          <p:nvPr/>
        </p:nvSpPr>
        <p:spPr>
          <a:xfrm>
            <a:off x="8322228" y="5694981"/>
            <a:ext cx="594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zh-CN" altLang="en-US" sz="1200" dirty="0"/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ADA98B04-4873-49B4-03FF-A63F5F6A3DEA}"/>
              </a:ext>
            </a:extLst>
          </p:cNvPr>
          <p:cNvSpPr txBox="1"/>
          <p:nvPr/>
        </p:nvSpPr>
        <p:spPr>
          <a:xfrm>
            <a:off x="9295192" y="5694981"/>
            <a:ext cx="594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zh-CN" altLang="en-US" sz="1200" dirty="0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C92AB5AF-0ABE-40EB-808C-AC2100FD1093}"/>
              </a:ext>
            </a:extLst>
          </p:cNvPr>
          <p:cNvSpPr txBox="1"/>
          <p:nvPr/>
        </p:nvSpPr>
        <p:spPr>
          <a:xfrm>
            <a:off x="10266348" y="5694981"/>
            <a:ext cx="594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zh-CN" altLang="en-US" sz="1200" dirty="0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00CC53D6-8CA4-65D5-FE07-9B179DBC1B32}"/>
              </a:ext>
            </a:extLst>
          </p:cNvPr>
          <p:cNvSpPr txBox="1"/>
          <p:nvPr/>
        </p:nvSpPr>
        <p:spPr>
          <a:xfrm>
            <a:off x="9250254" y="6481876"/>
            <a:ext cx="711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(B,L,F)</a:t>
            </a:r>
            <a:endParaRPr lang="zh-CN" altLang="en-US" sz="1200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7E75A634-6519-BE8A-355C-BA94C5DB251A}"/>
              </a:ext>
            </a:extLst>
          </p:cNvPr>
          <p:cNvSpPr txBox="1"/>
          <p:nvPr/>
        </p:nvSpPr>
        <p:spPr>
          <a:xfrm>
            <a:off x="7111670" y="5268963"/>
            <a:ext cx="11649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(B,H,L,F/H)</a:t>
            </a:r>
            <a:endParaRPr lang="zh-CN" altLang="en-US" sz="1200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C41216C-C6BC-B6E1-8C5B-E7B5960BCE78}"/>
              </a:ext>
            </a:extLst>
          </p:cNvPr>
          <p:cNvSpPr txBox="1"/>
          <p:nvPr/>
        </p:nvSpPr>
        <p:spPr>
          <a:xfrm>
            <a:off x="8161384" y="3722711"/>
            <a:ext cx="755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(B,H,L,L)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矩形: 圆角 73">
                <a:extLst>
                  <a:ext uri="{FF2B5EF4-FFF2-40B4-BE49-F238E27FC236}">
                    <a16:creationId xmlns:a16="http://schemas.microsoft.com/office/drawing/2014/main" id="{DDAE2D3E-681A-5DCA-34F8-6B5FDF59E72F}"/>
                  </a:ext>
                </a:extLst>
              </p:cNvPr>
              <p:cNvSpPr/>
              <p:nvPr/>
            </p:nvSpPr>
            <p:spPr>
              <a:xfrm>
                <a:off x="9813769" y="3724408"/>
                <a:ext cx="594855" cy="3014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𝐴𝑀</m:t>
                      </m:r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sz="12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sz="1200" i="1" dirty="0">
                  <a:solidFill>
                    <a:sysClr val="windowText" lastClr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4" name="矩形: 圆角 73">
                <a:extLst>
                  <a:ext uri="{FF2B5EF4-FFF2-40B4-BE49-F238E27FC236}">
                    <a16:creationId xmlns:a16="http://schemas.microsoft.com/office/drawing/2014/main" id="{DDAE2D3E-681A-5DCA-34F8-6B5FDF59E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769" y="3724408"/>
                <a:ext cx="594855" cy="301499"/>
              </a:xfrm>
              <a:prstGeom prst="roundRect">
                <a:avLst/>
              </a:prstGeom>
              <a:blipFill>
                <a:blip r:embed="rId9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5" name="直接箭头连接符 76">
            <a:extLst>
              <a:ext uri="{FF2B5EF4-FFF2-40B4-BE49-F238E27FC236}">
                <a16:creationId xmlns:a16="http://schemas.microsoft.com/office/drawing/2014/main" id="{2D26FF8A-0289-9B4A-1B2E-D7E464DC3C34}"/>
              </a:ext>
            </a:extLst>
          </p:cNvPr>
          <p:cNvCxnSpPr>
            <a:cxnSpLocks/>
            <a:stCxn id="280" idx="0"/>
            <a:endCxn id="297" idx="2"/>
          </p:cNvCxnSpPr>
          <p:nvPr/>
        </p:nvCxnSpPr>
        <p:spPr>
          <a:xfrm flipH="1" flipV="1">
            <a:off x="9132832" y="4045101"/>
            <a:ext cx="1" cy="4667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文本框 295">
            <a:extLst>
              <a:ext uri="{FF2B5EF4-FFF2-40B4-BE49-F238E27FC236}">
                <a16:creationId xmlns:a16="http://schemas.microsoft.com/office/drawing/2014/main" id="{6660B8D1-8404-6814-5AB4-5B894A90F1A8}"/>
              </a:ext>
            </a:extLst>
          </p:cNvPr>
          <p:cNvSpPr txBox="1"/>
          <p:nvPr/>
        </p:nvSpPr>
        <p:spPr>
          <a:xfrm>
            <a:off x="8735433" y="4136071"/>
            <a:ext cx="800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200" dirty="0"/>
          </a:p>
        </p:txBody>
      </p:sp>
      <p:sp>
        <p:nvSpPr>
          <p:cNvPr id="297" name="矩形: 圆角 84">
            <a:extLst>
              <a:ext uri="{FF2B5EF4-FFF2-40B4-BE49-F238E27FC236}">
                <a16:creationId xmlns:a16="http://schemas.microsoft.com/office/drawing/2014/main" id="{EC42870A-8F40-6A3A-C905-AEE6DEFF7B2A}"/>
              </a:ext>
            </a:extLst>
          </p:cNvPr>
          <p:cNvSpPr/>
          <p:nvPr/>
        </p:nvSpPr>
        <p:spPr>
          <a:xfrm>
            <a:off x="8874043" y="3705216"/>
            <a:ext cx="517578" cy="339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Att. </a:t>
            </a:r>
          </a:p>
          <a:p>
            <a:pPr algn="ctr">
              <a:lnSpc>
                <a:spcPts val="1200"/>
              </a:lnSpc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8" name="连接符: 肘形 91">
            <a:extLst>
              <a:ext uri="{FF2B5EF4-FFF2-40B4-BE49-F238E27FC236}">
                <a16:creationId xmlns:a16="http://schemas.microsoft.com/office/drawing/2014/main" id="{F8064A45-186B-40FF-CCB6-D8DADC11917E}"/>
              </a:ext>
            </a:extLst>
          </p:cNvPr>
          <p:cNvCxnSpPr>
            <a:cxnSpLocks/>
            <a:stCxn id="297" idx="3"/>
            <a:endCxn id="294" idx="1"/>
          </p:cNvCxnSpPr>
          <p:nvPr/>
        </p:nvCxnSpPr>
        <p:spPr>
          <a:xfrm flipV="1">
            <a:off x="9391621" y="3875158"/>
            <a:ext cx="422148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矩形: 圆角 100">
            <a:extLst>
              <a:ext uri="{FF2B5EF4-FFF2-40B4-BE49-F238E27FC236}">
                <a16:creationId xmlns:a16="http://schemas.microsoft.com/office/drawing/2014/main" id="{8C3F78DC-E7B0-954D-32B1-CA38F5F50422}"/>
              </a:ext>
            </a:extLst>
          </p:cNvPr>
          <p:cNvSpPr/>
          <p:nvPr/>
        </p:nvSpPr>
        <p:spPr>
          <a:xfrm>
            <a:off x="11172875" y="4220436"/>
            <a:ext cx="774842" cy="30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0" name="连接符: 肘形 101">
            <a:extLst>
              <a:ext uri="{FF2B5EF4-FFF2-40B4-BE49-F238E27FC236}">
                <a16:creationId xmlns:a16="http://schemas.microsoft.com/office/drawing/2014/main" id="{4EAD1D15-1714-823A-F266-CA3C7B980252}"/>
              </a:ext>
            </a:extLst>
          </p:cNvPr>
          <p:cNvCxnSpPr>
            <a:cxnSpLocks/>
            <a:stCxn id="294" idx="3"/>
            <a:endCxn id="299" idx="1"/>
          </p:cNvCxnSpPr>
          <p:nvPr/>
        </p:nvCxnSpPr>
        <p:spPr>
          <a:xfrm>
            <a:off x="10408624" y="3875158"/>
            <a:ext cx="764251" cy="496028"/>
          </a:xfrm>
          <a:prstGeom prst="bentConnector3">
            <a:avLst>
              <a:gd name="adj1" fmla="val 4401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文本框 300">
            <a:extLst>
              <a:ext uri="{FF2B5EF4-FFF2-40B4-BE49-F238E27FC236}">
                <a16:creationId xmlns:a16="http://schemas.microsoft.com/office/drawing/2014/main" id="{EEE06C25-2BC1-2C28-6C7A-EB5993949CF1}"/>
              </a:ext>
            </a:extLst>
          </p:cNvPr>
          <p:cNvSpPr txBox="1"/>
          <p:nvPr/>
        </p:nvSpPr>
        <p:spPr>
          <a:xfrm>
            <a:off x="10427106" y="3983488"/>
            <a:ext cx="594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zh-CN" altLang="en-US" sz="1200" dirty="0"/>
          </a:p>
        </p:txBody>
      </p:sp>
      <p:sp>
        <p:nvSpPr>
          <p:cNvPr id="302" name="矩形: 圆角 106">
            <a:extLst>
              <a:ext uri="{FF2B5EF4-FFF2-40B4-BE49-F238E27FC236}">
                <a16:creationId xmlns:a16="http://schemas.microsoft.com/office/drawing/2014/main" id="{2D75755F-A0E2-F17E-E921-D50D96EF041F}"/>
              </a:ext>
            </a:extLst>
          </p:cNvPr>
          <p:cNvSpPr/>
          <p:nvPr/>
        </p:nvSpPr>
        <p:spPr>
          <a:xfrm>
            <a:off x="7224560" y="5176340"/>
            <a:ext cx="3735492" cy="486467"/>
          </a:xfrm>
          <a:prstGeom prst="roundRect">
            <a:avLst>
              <a:gd name="adj" fmla="val 12245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E55FCFB1-279D-739D-E7B1-2D94894AE67F}"/>
              </a:ext>
            </a:extLst>
          </p:cNvPr>
          <p:cNvSpPr txBox="1"/>
          <p:nvPr/>
        </p:nvSpPr>
        <p:spPr>
          <a:xfrm>
            <a:off x="11172875" y="4483881"/>
            <a:ext cx="774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(B,L,F)</a:t>
            </a:r>
            <a:endParaRPr lang="zh-CN" altLang="en-US" sz="12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02CEFB5-C99A-53DA-6022-3DBBD7EAE82C}"/>
              </a:ext>
            </a:extLst>
          </p:cNvPr>
          <p:cNvSpPr/>
          <p:nvPr/>
        </p:nvSpPr>
        <p:spPr>
          <a:xfrm rot="5400000">
            <a:off x="8372959" y="611074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河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B7C08D-CD9C-82D2-4055-363AB98D3AB4}"/>
              </a:ext>
            </a:extLst>
          </p:cNvPr>
          <p:cNvSpPr/>
          <p:nvPr/>
        </p:nvSpPr>
        <p:spPr>
          <a:xfrm rot="5400000">
            <a:off x="8372959" y="1018145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北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E8753B-13BE-EA26-1A40-D717BEF5AAB0}"/>
              </a:ext>
            </a:extLst>
          </p:cNvPr>
          <p:cNvSpPr/>
          <p:nvPr/>
        </p:nvSpPr>
        <p:spPr>
          <a:xfrm rot="5400000">
            <a:off x="8372959" y="1453739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A03DA9C-11F6-F376-3638-982E4A997033}"/>
              </a:ext>
            </a:extLst>
          </p:cNvPr>
          <p:cNvSpPr/>
          <p:nvPr/>
        </p:nvSpPr>
        <p:spPr>
          <a:xfrm rot="5400000">
            <a:off x="8372959" y="1875050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业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96E259-56E4-6BA9-934D-B9AA4CF2770D}"/>
              </a:ext>
            </a:extLst>
          </p:cNvPr>
          <p:cNvSpPr/>
          <p:nvPr/>
        </p:nvSpPr>
        <p:spPr>
          <a:xfrm rot="5400000">
            <a:off x="9754144" y="611074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河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4E1F9F3-9561-250B-0B31-619560715477}"/>
              </a:ext>
            </a:extLst>
          </p:cNvPr>
          <p:cNvSpPr/>
          <p:nvPr/>
        </p:nvSpPr>
        <p:spPr>
          <a:xfrm rot="5400000">
            <a:off x="9754144" y="1018145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北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9F661AD-5809-1E2B-C9BA-335BBEF4A29D}"/>
              </a:ext>
            </a:extLst>
          </p:cNvPr>
          <p:cNvSpPr/>
          <p:nvPr/>
        </p:nvSpPr>
        <p:spPr>
          <a:xfrm rot="5400000">
            <a:off x="9754144" y="1453739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485D6D-0D66-9846-B5C2-E842E6FFCC2D}"/>
              </a:ext>
            </a:extLst>
          </p:cNvPr>
          <p:cNvSpPr/>
          <p:nvPr/>
        </p:nvSpPr>
        <p:spPr>
          <a:xfrm rot="5400000">
            <a:off x="9754144" y="1875050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业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DD343C8-3C36-00CB-A0D6-30DBB90A1504}"/>
              </a:ext>
            </a:extLst>
          </p:cNvPr>
          <p:cNvCxnSpPr>
            <a:stCxn id="4" idx="0"/>
            <a:endCxn id="8" idx="2"/>
          </p:cNvCxnSpPr>
          <p:nvPr/>
        </p:nvCxnSpPr>
        <p:spPr>
          <a:xfrm>
            <a:off x="8846014" y="986274"/>
            <a:ext cx="6307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758813A-523E-F7B5-847F-331AA8B3C283}"/>
              </a:ext>
            </a:extLst>
          </p:cNvPr>
          <p:cNvCxnSpPr>
            <a:stCxn id="4" idx="0"/>
            <a:endCxn id="9" idx="2"/>
          </p:cNvCxnSpPr>
          <p:nvPr/>
        </p:nvCxnSpPr>
        <p:spPr>
          <a:xfrm>
            <a:off x="8846014" y="986274"/>
            <a:ext cx="630786" cy="4070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FAE256-BB74-4358-C600-E293B0C9B5F2}"/>
              </a:ext>
            </a:extLst>
          </p:cNvPr>
          <p:cNvCxnSpPr>
            <a:cxnSpLocks/>
            <a:stCxn id="4" idx="0"/>
            <a:endCxn id="10" idx="2"/>
          </p:cNvCxnSpPr>
          <p:nvPr/>
        </p:nvCxnSpPr>
        <p:spPr>
          <a:xfrm>
            <a:off x="8846014" y="986274"/>
            <a:ext cx="630786" cy="842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BEF6BD-FB15-CA5E-5370-07CDBE6EE4AA}"/>
              </a:ext>
            </a:extLst>
          </p:cNvPr>
          <p:cNvCxnSpPr>
            <a:cxnSpLocks/>
            <a:stCxn id="4" idx="0"/>
            <a:endCxn id="11" idx="2"/>
          </p:cNvCxnSpPr>
          <p:nvPr/>
        </p:nvCxnSpPr>
        <p:spPr>
          <a:xfrm>
            <a:off x="8846014" y="986274"/>
            <a:ext cx="630786" cy="12639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DA2D868-4235-3803-93FE-E1F255A05FA7}"/>
              </a:ext>
            </a:extLst>
          </p:cNvPr>
          <p:cNvSpPr txBox="1"/>
          <p:nvPr/>
        </p:nvSpPr>
        <p:spPr>
          <a:xfrm>
            <a:off x="9024089" y="844692"/>
            <a:ext cx="514628" cy="28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7D6199-F313-7450-9DBC-736C51E9AB78}"/>
              </a:ext>
            </a:extLst>
          </p:cNvPr>
          <p:cNvSpPr txBox="1"/>
          <p:nvPr/>
        </p:nvSpPr>
        <p:spPr>
          <a:xfrm>
            <a:off x="9021115" y="1104310"/>
            <a:ext cx="514628" cy="28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17C27F-3645-5444-953C-C65988C88843}"/>
              </a:ext>
            </a:extLst>
          </p:cNvPr>
          <p:cNvSpPr txBox="1"/>
          <p:nvPr/>
        </p:nvSpPr>
        <p:spPr>
          <a:xfrm>
            <a:off x="9027664" y="1453754"/>
            <a:ext cx="514628" cy="28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3C7648D-C453-47C3-E032-8BDFFA7EEDDE}"/>
              </a:ext>
            </a:extLst>
          </p:cNvPr>
          <p:cNvSpPr txBox="1"/>
          <p:nvPr/>
        </p:nvSpPr>
        <p:spPr>
          <a:xfrm>
            <a:off x="9035453" y="1854848"/>
            <a:ext cx="514628" cy="28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0988D97-6895-06AD-6180-76459764EC43}"/>
              </a:ext>
            </a:extLst>
          </p:cNvPr>
          <p:cNvSpPr/>
          <p:nvPr/>
        </p:nvSpPr>
        <p:spPr>
          <a:xfrm rot="5400000">
            <a:off x="11330532" y="611074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河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F2E4198-438F-706D-A9F4-B35C0CAF16D2}"/>
              </a:ext>
            </a:extLst>
          </p:cNvPr>
          <p:cNvSpPr/>
          <p:nvPr/>
        </p:nvSpPr>
        <p:spPr>
          <a:xfrm rot="5400000">
            <a:off x="11330532" y="1018145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北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BA4CA41-153C-9FF4-7D40-5FE99EC34285}"/>
              </a:ext>
            </a:extLst>
          </p:cNvPr>
          <p:cNvSpPr/>
          <p:nvPr/>
        </p:nvSpPr>
        <p:spPr>
          <a:xfrm rot="5400000">
            <a:off x="11330532" y="1453739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工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3059568-4BFB-A3AE-BF78-13BC2803C2AF}"/>
              </a:ext>
            </a:extLst>
          </p:cNvPr>
          <p:cNvSpPr/>
          <p:nvPr/>
        </p:nvSpPr>
        <p:spPr>
          <a:xfrm rot="5400000">
            <a:off x="11330532" y="1875050"/>
            <a:ext cx="195711" cy="750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/>
              <a:t>业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001F570-D4E0-E1E4-BB22-F5376A76B620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>
            <a:off x="10227199" y="986274"/>
            <a:ext cx="8259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EA8FC56-92B9-9B59-9145-A9860ABA89B9}"/>
              </a:ext>
            </a:extLst>
          </p:cNvPr>
          <p:cNvCxnSpPr>
            <a:cxnSpLocks/>
            <a:stCxn id="9" idx="0"/>
            <a:endCxn id="20" idx="2"/>
          </p:cNvCxnSpPr>
          <p:nvPr/>
        </p:nvCxnSpPr>
        <p:spPr>
          <a:xfrm flipV="1">
            <a:off x="10227199" y="986274"/>
            <a:ext cx="825989" cy="4070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3A71A57-13C9-35F4-A51F-7AFA2113C36D}"/>
              </a:ext>
            </a:extLst>
          </p:cNvPr>
          <p:cNvCxnSpPr>
            <a:cxnSpLocks/>
            <a:stCxn id="10" idx="0"/>
            <a:endCxn id="20" idx="2"/>
          </p:cNvCxnSpPr>
          <p:nvPr/>
        </p:nvCxnSpPr>
        <p:spPr>
          <a:xfrm flipV="1">
            <a:off x="10227199" y="986274"/>
            <a:ext cx="825989" cy="842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CD68078-D85A-8A53-FB0D-ED1E6715300C}"/>
              </a:ext>
            </a:extLst>
          </p:cNvPr>
          <p:cNvCxnSpPr>
            <a:cxnSpLocks/>
            <a:stCxn id="11" idx="0"/>
            <a:endCxn id="20" idx="2"/>
          </p:cNvCxnSpPr>
          <p:nvPr/>
        </p:nvCxnSpPr>
        <p:spPr>
          <a:xfrm flipV="1">
            <a:off x="10227199" y="986274"/>
            <a:ext cx="825989" cy="12639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2C10AE3-13A2-223F-C1F5-614CF4F2E032}"/>
              </a:ext>
            </a:extLst>
          </p:cNvPr>
          <p:cNvSpPr txBox="1"/>
          <p:nvPr/>
        </p:nvSpPr>
        <p:spPr>
          <a:xfrm>
            <a:off x="10207683" y="847773"/>
            <a:ext cx="5146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×0.5</a:t>
            </a:r>
            <a:endParaRPr lang="zh-CN" alt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52E8B3-6B9D-A02A-C055-0DF5424C48B3}"/>
              </a:ext>
            </a:extLst>
          </p:cNvPr>
          <p:cNvSpPr txBox="1"/>
          <p:nvPr/>
        </p:nvSpPr>
        <p:spPr>
          <a:xfrm>
            <a:off x="10207683" y="1114498"/>
            <a:ext cx="5146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×0.2</a:t>
            </a:r>
            <a:endParaRPr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3E9921C-2E1E-E101-95E1-D613AD4DFDD4}"/>
              </a:ext>
            </a:extLst>
          </p:cNvPr>
          <p:cNvSpPr txBox="1"/>
          <p:nvPr/>
        </p:nvSpPr>
        <p:spPr>
          <a:xfrm>
            <a:off x="10206311" y="1462368"/>
            <a:ext cx="5146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×0.2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75F614-6802-45C4-5718-7EDD37D4B5F6}"/>
              </a:ext>
            </a:extLst>
          </p:cNvPr>
          <p:cNvSpPr txBox="1"/>
          <p:nvPr/>
        </p:nvSpPr>
        <p:spPr>
          <a:xfrm>
            <a:off x="10208662" y="1870187"/>
            <a:ext cx="5146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×0.1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7017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/>
      <p:bldP spid="270" grpId="0"/>
      <p:bldP spid="274" grpId="0"/>
      <p:bldP spid="275" grpId="0" animBg="1"/>
      <p:bldP spid="277" grpId="0" animBg="1"/>
      <p:bldP spid="278" grpId="0" animBg="1"/>
      <p:bldP spid="279" grpId="0" animBg="1"/>
      <p:bldP spid="280" grpId="0" animBg="1"/>
      <p:bldP spid="284" grpId="0" animBg="1"/>
      <p:bldP spid="288" grpId="0"/>
      <p:bldP spid="289" grpId="0"/>
      <p:bldP spid="290" grpId="0"/>
      <p:bldP spid="291" grpId="0"/>
      <p:bldP spid="292" grpId="0"/>
      <p:bldP spid="293" grpId="0"/>
      <p:bldP spid="294" grpId="0" animBg="1"/>
      <p:bldP spid="296" grpId="0"/>
      <p:bldP spid="297" grpId="0" animBg="1"/>
      <p:bldP spid="299" grpId="0" animBg="1"/>
      <p:bldP spid="301" grpId="0"/>
      <p:bldP spid="302" grpId="0" animBg="1"/>
      <p:bldP spid="3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0295-146D-4C00-1660-D6C5E1E2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D650D087-FEC3-1F01-64B6-7B241381880A}"/>
              </a:ext>
            </a:extLst>
          </p:cNvPr>
          <p:cNvSpPr/>
          <p:nvPr/>
        </p:nvSpPr>
        <p:spPr>
          <a:xfrm>
            <a:off x="1924315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98EABBA-956A-603E-2307-D9FD118FA9C0}"/>
              </a:ext>
            </a:extLst>
          </p:cNvPr>
          <p:cNvSpPr/>
          <p:nvPr/>
        </p:nvSpPr>
        <p:spPr>
          <a:xfrm>
            <a:off x="2283793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78B7057-E876-2A46-CD60-C3191F9AF138}"/>
              </a:ext>
            </a:extLst>
          </p:cNvPr>
          <p:cNvSpPr/>
          <p:nvPr/>
        </p:nvSpPr>
        <p:spPr>
          <a:xfrm>
            <a:off x="2643271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81EEA48-5584-AAEE-9E3F-0A9AAADC0B63}"/>
              </a:ext>
            </a:extLst>
          </p:cNvPr>
          <p:cNvSpPr/>
          <p:nvPr/>
        </p:nvSpPr>
        <p:spPr>
          <a:xfrm>
            <a:off x="3002749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F14540C-0213-0983-2209-EBDA99F49762}"/>
              </a:ext>
            </a:extLst>
          </p:cNvPr>
          <p:cNvSpPr/>
          <p:nvPr/>
        </p:nvSpPr>
        <p:spPr>
          <a:xfrm>
            <a:off x="1924315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00D94BE-B916-8835-81D5-A7CFFBFC3046}"/>
              </a:ext>
            </a:extLst>
          </p:cNvPr>
          <p:cNvSpPr/>
          <p:nvPr/>
        </p:nvSpPr>
        <p:spPr>
          <a:xfrm>
            <a:off x="2283793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664E5A0-D3D8-4EDB-5082-432E0ECABB43}"/>
              </a:ext>
            </a:extLst>
          </p:cNvPr>
          <p:cNvSpPr/>
          <p:nvPr/>
        </p:nvSpPr>
        <p:spPr>
          <a:xfrm>
            <a:off x="2643271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4A8FEDA-ACFF-82D7-3693-3E8BB0F49632}"/>
              </a:ext>
            </a:extLst>
          </p:cNvPr>
          <p:cNvSpPr/>
          <p:nvPr/>
        </p:nvSpPr>
        <p:spPr>
          <a:xfrm>
            <a:off x="3002749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546BB49-EDD2-5FC3-0A34-CFEB46D53800}"/>
              </a:ext>
            </a:extLst>
          </p:cNvPr>
          <p:cNvSpPr txBox="1"/>
          <p:nvPr/>
        </p:nvSpPr>
        <p:spPr>
          <a:xfrm>
            <a:off x="491319" y="4943321"/>
            <a:ext cx="3054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Multi-Head Attention (MHA)</a:t>
            </a:r>
            <a:endParaRPr lang="zh-CN" altLang="en-US" sz="1400" dirty="0"/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704BAC4D-85EE-E8BE-D9F3-2F792B3514EE}"/>
              </a:ext>
            </a:extLst>
          </p:cNvPr>
          <p:cNvCxnSpPr>
            <a:stCxn id="16" idx="0"/>
            <a:endCxn id="3" idx="2"/>
          </p:cNvCxnSpPr>
          <p:nvPr/>
        </p:nvCxnSpPr>
        <p:spPr>
          <a:xfrm flipV="1">
            <a:off x="2018547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0334852-5376-D7DA-2F4C-3BC81ED06A52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V="1">
            <a:off x="2378025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9DF4B4C-11F4-1FD9-1E07-CFD042CE1797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3096981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875A5D6-242F-AE77-762B-6DFE4B63CB45}"/>
              </a:ext>
            </a:extLst>
          </p:cNvPr>
          <p:cNvCxnSpPr>
            <a:cxnSpLocks/>
            <a:stCxn id="18" idx="0"/>
            <a:endCxn id="5" idx="2"/>
          </p:cNvCxnSpPr>
          <p:nvPr/>
        </p:nvCxnSpPr>
        <p:spPr>
          <a:xfrm flipV="1">
            <a:off x="2737503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50DCA2A-00EF-1E94-5EAD-AE81343BC7B3}"/>
              </a:ext>
            </a:extLst>
          </p:cNvPr>
          <p:cNvSpPr txBox="1"/>
          <p:nvPr/>
        </p:nvSpPr>
        <p:spPr>
          <a:xfrm>
            <a:off x="3190170" y="4038133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C8658A2-8CB9-A96C-B145-96EC2CEF73A5}"/>
              </a:ext>
            </a:extLst>
          </p:cNvPr>
          <p:cNvSpPr txBox="1"/>
          <p:nvPr/>
        </p:nvSpPr>
        <p:spPr>
          <a:xfrm>
            <a:off x="3192581" y="2755025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FC72CEC-FC8F-7243-2E9D-3E261C94DF61}"/>
              </a:ext>
            </a:extLst>
          </p:cNvPr>
          <p:cNvSpPr txBox="1"/>
          <p:nvPr/>
        </p:nvSpPr>
        <p:spPr>
          <a:xfrm>
            <a:off x="3192581" y="1491827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V</a:t>
            </a:r>
            <a:endParaRPr lang="zh-CN" altLang="en-US" dirty="0"/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804CDCDA-6E7F-85E4-EF5D-631E20F9549D}"/>
              </a:ext>
            </a:extLst>
          </p:cNvPr>
          <p:cNvSpPr txBox="1"/>
          <p:nvPr/>
        </p:nvSpPr>
        <p:spPr>
          <a:xfrm>
            <a:off x="216385" y="161745"/>
            <a:ext cx="9053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两种改进方案的对比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8D415EC-F4A0-2EFC-09F9-0AC18F780CA4}"/>
              </a:ext>
            </a:extLst>
          </p:cNvPr>
          <p:cNvSpPr/>
          <p:nvPr/>
        </p:nvSpPr>
        <p:spPr>
          <a:xfrm>
            <a:off x="1924315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A878566-0BD7-8E32-7CAA-036D4876D81F}"/>
              </a:ext>
            </a:extLst>
          </p:cNvPr>
          <p:cNvSpPr/>
          <p:nvPr/>
        </p:nvSpPr>
        <p:spPr>
          <a:xfrm>
            <a:off x="2283793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8D11F8B-B510-652E-D36F-1B38E67D0768}"/>
              </a:ext>
            </a:extLst>
          </p:cNvPr>
          <p:cNvSpPr/>
          <p:nvPr/>
        </p:nvSpPr>
        <p:spPr>
          <a:xfrm>
            <a:off x="2643271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ADBDE78-C0AB-8AD5-374A-DD0FFCB1142B}"/>
              </a:ext>
            </a:extLst>
          </p:cNvPr>
          <p:cNvSpPr/>
          <p:nvPr/>
        </p:nvSpPr>
        <p:spPr>
          <a:xfrm>
            <a:off x="3002749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217F88DD-3F10-0C8B-33CB-20BFFCDD2237}"/>
              </a:ext>
            </a:extLst>
          </p:cNvPr>
          <p:cNvCxnSpPr>
            <a:cxnSpLocks/>
            <a:stCxn id="85" idx="3"/>
            <a:endCxn id="3" idx="1"/>
          </p:cNvCxnSpPr>
          <p:nvPr/>
        </p:nvCxnSpPr>
        <p:spPr>
          <a:xfrm flipV="1">
            <a:off x="748249" y="1659398"/>
            <a:ext cx="1176066" cy="1276571"/>
          </a:xfrm>
          <a:prstGeom prst="bentConnector3">
            <a:avLst>
              <a:gd name="adj1" fmla="val 228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740D6D86-0AFA-92C8-463F-55ACA043A9BE}"/>
              </a:ext>
            </a:extLst>
          </p:cNvPr>
          <p:cNvCxnSpPr>
            <a:cxnSpLocks/>
            <a:stCxn id="85" idx="3"/>
            <a:endCxn id="10" idx="1"/>
          </p:cNvCxnSpPr>
          <p:nvPr/>
        </p:nvCxnSpPr>
        <p:spPr>
          <a:xfrm>
            <a:off x="748249" y="2935969"/>
            <a:ext cx="1176066" cy="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8D00EA45-3939-5636-C083-75308BF9D1E5}"/>
              </a:ext>
            </a:extLst>
          </p:cNvPr>
          <p:cNvCxnSpPr>
            <a:cxnSpLocks/>
            <a:stCxn id="85" idx="3"/>
            <a:endCxn id="16" idx="1"/>
          </p:cNvCxnSpPr>
          <p:nvPr/>
        </p:nvCxnSpPr>
        <p:spPr>
          <a:xfrm>
            <a:off x="748249" y="2935969"/>
            <a:ext cx="1176066" cy="1278159"/>
          </a:xfrm>
          <a:prstGeom prst="bentConnector3">
            <a:avLst>
              <a:gd name="adj1" fmla="val 228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AF8BFFF4-244E-9FCE-D3CF-9DE90DFD77C6}"/>
              </a:ext>
            </a:extLst>
          </p:cNvPr>
          <p:cNvSpPr/>
          <p:nvPr/>
        </p:nvSpPr>
        <p:spPr>
          <a:xfrm>
            <a:off x="1760200" y="1104901"/>
            <a:ext cx="1771386" cy="3644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: 圆角 3">
            <a:extLst>
              <a:ext uri="{FF2B5EF4-FFF2-40B4-BE49-F238E27FC236}">
                <a16:creationId xmlns:a16="http://schemas.microsoft.com/office/drawing/2014/main" id="{AFE226A5-1F00-F191-016E-5BDD131969D9}"/>
              </a:ext>
            </a:extLst>
          </p:cNvPr>
          <p:cNvSpPr/>
          <p:nvPr/>
        </p:nvSpPr>
        <p:spPr>
          <a:xfrm>
            <a:off x="475594" y="2812499"/>
            <a:ext cx="272655" cy="2469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155" name="圆角矩形 2">
            <a:extLst>
              <a:ext uri="{FF2B5EF4-FFF2-40B4-BE49-F238E27FC236}">
                <a16:creationId xmlns:a16="http://schemas.microsoft.com/office/drawing/2014/main" id="{C74E8B77-B009-8218-1C3E-544ACB1E9236}"/>
              </a:ext>
            </a:extLst>
          </p:cNvPr>
          <p:cNvSpPr/>
          <p:nvPr/>
        </p:nvSpPr>
        <p:spPr>
          <a:xfrm>
            <a:off x="5831508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圆角矩形 4">
            <a:extLst>
              <a:ext uri="{FF2B5EF4-FFF2-40B4-BE49-F238E27FC236}">
                <a16:creationId xmlns:a16="http://schemas.microsoft.com/office/drawing/2014/main" id="{67A2A128-234A-B7A1-771D-8EE108410E42}"/>
              </a:ext>
            </a:extLst>
          </p:cNvPr>
          <p:cNvSpPr/>
          <p:nvPr/>
        </p:nvSpPr>
        <p:spPr>
          <a:xfrm>
            <a:off x="6550464" y="1237971"/>
            <a:ext cx="188464" cy="84285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圆角矩形 15">
            <a:extLst>
              <a:ext uri="{FF2B5EF4-FFF2-40B4-BE49-F238E27FC236}">
                <a16:creationId xmlns:a16="http://schemas.microsoft.com/office/drawing/2014/main" id="{D517F8A5-4A48-A03F-C764-A5FB1D49BE70}"/>
              </a:ext>
            </a:extLst>
          </p:cNvPr>
          <p:cNvSpPr/>
          <p:nvPr/>
        </p:nvSpPr>
        <p:spPr>
          <a:xfrm>
            <a:off x="5653708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7" name="圆角矩形 16">
            <a:extLst>
              <a:ext uri="{FF2B5EF4-FFF2-40B4-BE49-F238E27FC236}">
                <a16:creationId xmlns:a16="http://schemas.microsoft.com/office/drawing/2014/main" id="{F73F8D49-4316-ECC0-D5BC-9D2E540CF502}"/>
              </a:ext>
            </a:extLst>
          </p:cNvPr>
          <p:cNvSpPr/>
          <p:nvPr/>
        </p:nvSpPr>
        <p:spPr>
          <a:xfrm>
            <a:off x="6013186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圆角矩形 17">
            <a:extLst>
              <a:ext uri="{FF2B5EF4-FFF2-40B4-BE49-F238E27FC236}">
                <a16:creationId xmlns:a16="http://schemas.microsoft.com/office/drawing/2014/main" id="{EB186272-9430-3383-9AD4-45A49B16BCF9}"/>
              </a:ext>
            </a:extLst>
          </p:cNvPr>
          <p:cNvSpPr/>
          <p:nvPr/>
        </p:nvSpPr>
        <p:spPr>
          <a:xfrm>
            <a:off x="6372664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0" name="圆角矩形 18">
            <a:extLst>
              <a:ext uri="{FF2B5EF4-FFF2-40B4-BE49-F238E27FC236}">
                <a16:creationId xmlns:a16="http://schemas.microsoft.com/office/drawing/2014/main" id="{FC1B7B2A-0F98-622E-7C5E-0BB85C30C92B}"/>
              </a:ext>
            </a:extLst>
          </p:cNvPr>
          <p:cNvSpPr/>
          <p:nvPr/>
        </p:nvSpPr>
        <p:spPr>
          <a:xfrm>
            <a:off x="6732142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00A4344E-43A9-AA1D-5404-358C8AE60FA6}"/>
              </a:ext>
            </a:extLst>
          </p:cNvPr>
          <p:cNvSpPr txBox="1"/>
          <p:nvPr/>
        </p:nvSpPr>
        <p:spPr>
          <a:xfrm>
            <a:off x="4204988" y="4943321"/>
            <a:ext cx="3070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Grouped-Query Attention (GQA)</a:t>
            </a:r>
            <a:endParaRPr lang="zh-CN" altLang="en-US" sz="1400" dirty="0"/>
          </a:p>
        </p:txBody>
      </p:sp>
      <p:sp>
        <p:nvSpPr>
          <p:cNvPr id="179" name="圆角矩形 9">
            <a:extLst>
              <a:ext uri="{FF2B5EF4-FFF2-40B4-BE49-F238E27FC236}">
                <a16:creationId xmlns:a16="http://schemas.microsoft.com/office/drawing/2014/main" id="{F2768BF3-427A-03D7-7387-C0B332595789}"/>
              </a:ext>
            </a:extLst>
          </p:cNvPr>
          <p:cNvSpPr/>
          <p:nvPr/>
        </p:nvSpPr>
        <p:spPr>
          <a:xfrm>
            <a:off x="5831508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圆角矩形 11">
            <a:extLst>
              <a:ext uri="{FF2B5EF4-FFF2-40B4-BE49-F238E27FC236}">
                <a16:creationId xmlns:a16="http://schemas.microsoft.com/office/drawing/2014/main" id="{FC54A621-109F-C714-4A52-A7F37434EDB7}"/>
              </a:ext>
            </a:extLst>
          </p:cNvPr>
          <p:cNvSpPr/>
          <p:nvPr/>
        </p:nvSpPr>
        <p:spPr>
          <a:xfrm>
            <a:off x="6550464" y="2515335"/>
            <a:ext cx="188464" cy="84285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4EE5E27C-5D5E-4BCC-21B9-452453628B5A}"/>
              </a:ext>
            </a:extLst>
          </p:cNvPr>
          <p:cNvSpPr/>
          <p:nvPr/>
        </p:nvSpPr>
        <p:spPr>
          <a:xfrm>
            <a:off x="5489593" y="1104901"/>
            <a:ext cx="1771386" cy="3644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6" name="直线连接符 30">
            <a:extLst>
              <a:ext uri="{FF2B5EF4-FFF2-40B4-BE49-F238E27FC236}">
                <a16:creationId xmlns:a16="http://schemas.microsoft.com/office/drawing/2014/main" id="{3383C029-A40E-CFC2-B8AC-E57F1DBEF9D7}"/>
              </a:ext>
            </a:extLst>
          </p:cNvPr>
          <p:cNvCxnSpPr>
            <a:cxnSpLocks/>
            <a:stCxn id="161" idx="0"/>
            <a:endCxn id="179" idx="2"/>
          </p:cNvCxnSpPr>
          <p:nvPr/>
        </p:nvCxnSpPr>
        <p:spPr>
          <a:xfrm flipV="1">
            <a:off x="5747940" y="3358190"/>
            <a:ext cx="177800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30">
            <a:extLst>
              <a:ext uri="{FF2B5EF4-FFF2-40B4-BE49-F238E27FC236}">
                <a16:creationId xmlns:a16="http://schemas.microsoft.com/office/drawing/2014/main" id="{68F40A12-0E20-A56C-4A86-2FE03F10884C}"/>
              </a:ext>
            </a:extLst>
          </p:cNvPr>
          <p:cNvCxnSpPr>
            <a:cxnSpLocks/>
            <a:stCxn id="167" idx="0"/>
            <a:endCxn id="179" idx="2"/>
          </p:cNvCxnSpPr>
          <p:nvPr/>
        </p:nvCxnSpPr>
        <p:spPr>
          <a:xfrm flipH="1" flipV="1">
            <a:off x="5925740" y="3358190"/>
            <a:ext cx="181678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线连接符 30">
            <a:extLst>
              <a:ext uri="{FF2B5EF4-FFF2-40B4-BE49-F238E27FC236}">
                <a16:creationId xmlns:a16="http://schemas.microsoft.com/office/drawing/2014/main" id="{D078C387-10BB-896B-DB72-8CFB7C951B6E}"/>
              </a:ext>
            </a:extLst>
          </p:cNvPr>
          <p:cNvCxnSpPr>
            <a:cxnSpLocks/>
            <a:stCxn id="169" idx="0"/>
            <a:endCxn id="181" idx="2"/>
          </p:cNvCxnSpPr>
          <p:nvPr/>
        </p:nvCxnSpPr>
        <p:spPr>
          <a:xfrm flipV="1">
            <a:off x="6466896" y="3358190"/>
            <a:ext cx="177800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30">
            <a:extLst>
              <a:ext uri="{FF2B5EF4-FFF2-40B4-BE49-F238E27FC236}">
                <a16:creationId xmlns:a16="http://schemas.microsoft.com/office/drawing/2014/main" id="{82474C94-8823-A224-B638-51C252F02175}"/>
              </a:ext>
            </a:extLst>
          </p:cNvPr>
          <p:cNvCxnSpPr>
            <a:cxnSpLocks/>
            <a:stCxn id="170" idx="0"/>
            <a:endCxn id="181" idx="2"/>
          </p:cNvCxnSpPr>
          <p:nvPr/>
        </p:nvCxnSpPr>
        <p:spPr>
          <a:xfrm flipH="1" flipV="1">
            <a:off x="6644696" y="3358190"/>
            <a:ext cx="181678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连接符 30">
            <a:extLst>
              <a:ext uri="{FF2B5EF4-FFF2-40B4-BE49-F238E27FC236}">
                <a16:creationId xmlns:a16="http://schemas.microsoft.com/office/drawing/2014/main" id="{2AF2BF0D-2A28-4CB6-BA8C-003BA716B643}"/>
              </a:ext>
            </a:extLst>
          </p:cNvPr>
          <p:cNvCxnSpPr>
            <a:cxnSpLocks/>
            <a:stCxn id="179" idx="0"/>
            <a:endCxn id="155" idx="2"/>
          </p:cNvCxnSpPr>
          <p:nvPr/>
        </p:nvCxnSpPr>
        <p:spPr>
          <a:xfrm flipV="1">
            <a:off x="5925740" y="2080825"/>
            <a:ext cx="0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连接符 30">
            <a:extLst>
              <a:ext uri="{FF2B5EF4-FFF2-40B4-BE49-F238E27FC236}">
                <a16:creationId xmlns:a16="http://schemas.microsoft.com/office/drawing/2014/main" id="{F01FF76D-B213-EB50-2D89-BA94E64FE93C}"/>
              </a:ext>
            </a:extLst>
          </p:cNvPr>
          <p:cNvCxnSpPr>
            <a:cxnSpLocks/>
            <a:stCxn id="181" idx="0"/>
            <a:endCxn id="158" idx="2"/>
          </p:cNvCxnSpPr>
          <p:nvPr/>
        </p:nvCxnSpPr>
        <p:spPr>
          <a:xfrm flipV="1">
            <a:off x="6644696" y="2080825"/>
            <a:ext cx="0" cy="43451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BD67AA5D-5D29-E243-1973-72D1AE5B992F}"/>
              </a:ext>
            </a:extLst>
          </p:cNvPr>
          <p:cNvSpPr txBox="1"/>
          <p:nvPr/>
        </p:nvSpPr>
        <p:spPr>
          <a:xfrm>
            <a:off x="272906" y="3143468"/>
            <a:ext cx="669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(B,L,F)</a:t>
            </a:r>
            <a:endParaRPr lang="zh-CN" altLang="en-US" sz="1200" dirty="0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628F7C04-FF20-FE15-9B62-B74E1C57ABC6}"/>
              </a:ext>
            </a:extLst>
          </p:cNvPr>
          <p:cNvSpPr txBox="1"/>
          <p:nvPr/>
        </p:nvSpPr>
        <p:spPr>
          <a:xfrm>
            <a:off x="1164077" y="2943111"/>
            <a:ext cx="508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</a:t>
            </a:r>
            <a:endParaRPr lang="zh-CN" altLang="en-US" sz="14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E64C1286-6C80-034B-81D6-0831C3DC3C64}"/>
              </a:ext>
            </a:extLst>
          </p:cNvPr>
          <p:cNvSpPr txBox="1"/>
          <p:nvPr/>
        </p:nvSpPr>
        <p:spPr>
          <a:xfrm>
            <a:off x="1164657" y="4222799"/>
            <a:ext cx="508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</a:t>
            </a:r>
            <a:endParaRPr lang="zh-CN" altLang="en-US" sz="1400" dirty="0"/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60A36A46-A9A8-7572-1F85-DDFD19E73D36}"/>
              </a:ext>
            </a:extLst>
          </p:cNvPr>
          <p:cNvSpPr txBox="1"/>
          <p:nvPr/>
        </p:nvSpPr>
        <p:spPr>
          <a:xfrm>
            <a:off x="1164077" y="1658604"/>
            <a:ext cx="508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</a:t>
            </a:r>
            <a:endParaRPr lang="zh-CN" altLang="en-US" sz="1400" dirty="0"/>
          </a:p>
        </p:txBody>
      </p:sp>
      <p:sp>
        <p:nvSpPr>
          <p:cNvPr id="262" name="圆角矩形 2">
            <a:extLst>
              <a:ext uri="{FF2B5EF4-FFF2-40B4-BE49-F238E27FC236}">
                <a16:creationId xmlns:a16="http://schemas.microsoft.com/office/drawing/2014/main" id="{4BF4F46C-236C-CE1B-6E1B-D887984B8744}"/>
              </a:ext>
            </a:extLst>
          </p:cNvPr>
          <p:cNvSpPr/>
          <p:nvPr/>
        </p:nvSpPr>
        <p:spPr>
          <a:xfrm>
            <a:off x="10097208" y="1237971"/>
            <a:ext cx="188464" cy="842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圆角矩形 3">
            <a:extLst>
              <a:ext uri="{FF2B5EF4-FFF2-40B4-BE49-F238E27FC236}">
                <a16:creationId xmlns:a16="http://schemas.microsoft.com/office/drawing/2014/main" id="{E5FDE1BD-CFA4-6BB3-4E73-E46AC6B5FD18}"/>
              </a:ext>
            </a:extLst>
          </p:cNvPr>
          <p:cNvSpPr/>
          <p:nvPr/>
        </p:nvSpPr>
        <p:spPr>
          <a:xfrm>
            <a:off x="10456686" y="1237971"/>
            <a:ext cx="188464" cy="842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圆角矩形 4">
            <a:extLst>
              <a:ext uri="{FF2B5EF4-FFF2-40B4-BE49-F238E27FC236}">
                <a16:creationId xmlns:a16="http://schemas.microsoft.com/office/drawing/2014/main" id="{9F7999E8-F5EA-9FA7-7903-6299923D0AF0}"/>
              </a:ext>
            </a:extLst>
          </p:cNvPr>
          <p:cNvSpPr/>
          <p:nvPr/>
        </p:nvSpPr>
        <p:spPr>
          <a:xfrm>
            <a:off x="10816164" y="1237971"/>
            <a:ext cx="188464" cy="842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圆角矩形 5">
            <a:extLst>
              <a:ext uri="{FF2B5EF4-FFF2-40B4-BE49-F238E27FC236}">
                <a16:creationId xmlns:a16="http://schemas.microsoft.com/office/drawing/2014/main" id="{C3C127AC-D5E6-30DE-44EF-2F70AF603665}"/>
              </a:ext>
            </a:extLst>
          </p:cNvPr>
          <p:cNvSpPr/>
          <p:nvPr/>
        </p:nvSpPr>
        <p:spPr>
          <a:xfrm>
            <a:off x="11175642" y="1237971"/>
            <a:ext cx="188464" cy="842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6" name="圆角矩形 15">
            <a:extLst>
              <a:ext uri="{FF2B5EF4-FFF2-40B4-BE49-F238E27FC236}">
                <a16:creationId xmlns:a16="http://schemas.microsoft.com/office/drawing/2014/main" id="{CB7F8649-9180-A0E6-0856-C29DEE1499B9}"/>
              </a:ext>
            </a:extLst>
          </p:cNvPr>
          <p:cNvSpPr/>
          <p:nvPr/>
        </p:nvSpPr>
        <p:spPr>
          <a:xfrm>
            <a:off x="10097208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圆角矩形 16">
            <a:extLst>
              <a:ext uri="{FF2B5EF4-FFF2-40B4-BE49-F238E27FC236}">
                <a16:creationId xmlns:a16="http://schemas.microsoft.com/office/drawing/2014/main" id="{B7072B2A-5BE1-7531-3FE7-1AFC8D5647DF}"/>
              </a:ext>
            </a:extLst>
          </p:cNvPr>
          <p:cNvSpPr/>
          <p:nvPr/>
        </p:nvSpPr>
        <p:spPr>
          <a:xfrm>
            <a:off x="10456686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8" name="圆角矩形 17">
            <a:extLst>
              <a:ext uri="{FF2B5EF4-FFF2-40B4-BE49-F238E27FC236}">
                <a16:creationId xmlns:a16="http://schemas.microsoft.com/office/drawing/2014/main" id="{44E4E736-CF54-F241-36AB-BE7422913C0C}"/>
              </a:ext>
            </a:extLst>
          </p:cNvPr>
          <p:cNvSpPr/>
          <p:nvPr/>
        </p:nvSpPr>
        <p:spPr>
          <a:xfrm>
            <a:off x="10816164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9" name="圆角矩形 18">
            <a:extLst>
              <a:ext uri="{FF2B5EF4-FFF2-40B4-BE49-F238E27FC236}">
                <a16:creationId xmlns:a16="http://schemas.microsoft.com/office/drawing/2014/main" id="{6A974E84-B746-CF54-5281-4F6F89478834}"/>
              </a:ext>
            </a:extLst>
          </p:cNvPr>
          <p:cNvSpPr/>
          <p:nvPr/>
        </p:nvSpPr>
        <p:spPr>
          <a:xfrm>
            <a:off x="11175642" y="3792700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1956F520-B2E1-9720-A23F-246B9C9F3F1F}"/>
              </a:ext>
            </a:extLst>
          </p:cNvPr>
          <p:cNvSpPr txBox="1"/>
          <p:nvPr/>
        </p:nvSpPr>
        <p:spPr>
          <a:xfrm>
            <a:off x="8025966" y="4943321"/>
            <a:ext cx="3693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Multi-Head Latent Attention (MLA)</a:t>
            </a:r>
            <a:endParaRPr lang="zh-CN" altLang="en-US" sz="1400" dirty="0"/>
          </a:p>
        </p:txBody>
      </p:sp>
      <p:cxnSp>
        <p:nvCxnSpPr>
          <p:cNvPr id="271" name="直线连接符 25">
            <a:extLst>
              <a:ext uri="{FF2B5EF4-FFF2-40B4-BE49-F238E27FC236}">
                <a16:creationId xmlns:a16="http://schemas.microsoft.com/office/drawing/2014/main" id="{946D7130-FA5F-E01D-FBDC-641EAE0AA488}"/>
              </a:ext>
            </a:extLst>
          </p:cNvPr>
          <p:cNvCxnSpPr>
            <a:stCxn id="266" idx="0"/>
            <a:endCxn id="262" idx="2"/>
          </p:cNvCxnSpPr>
          <p:nvPr/>
        </p:nvCxnSpPr>
        <p:spPr>
          <a:xfrm flipV="1">
            <a:off x="10191440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6">
            <a:extLst>
              <a:ext uri="{FF2B5EF4-FFF2-40B4-BE49-F238E27FC236}">
                <a16:creationId xmlns:a16="http://schemas.microsoft.com/office/drawing/2014/main" id="{EF47D990-AA2B-1270-4FA4-2DC15EB88B73}"/>
              </a:ext>
            </a:extLst>
          </p:cNvPr>
          <p:cNvCxnSpPr>
            <a:cxnSpLocks/>
            <a:stCxn id="267" idx="0"/>
            <a:endCxn id="263" idx="2"/>
          </p:cNvCxnSpPr>
          <p:nvPr/>
        </p:nvCxnSpPr>
        <p:spPr>
          <a:xfrm flipV="1">
            <a:off x="10550918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9">
            <a:extLst>
              <a:ext uri="{FF2B5EF4-FFF2-40B4-BE49-F238E27FC236}">
                <a16:creationId xmlns:a16="http://schemas.microsoft.com/office/drawing/2014/main" id="{9BA389FB-04AE-025E-E5A7-EFB4F2CB05F5}"/>
              </a:ext>
            </a:extLst>
          </p:cNvPr>
          <p:cNvCxnSpPr>
            <a:cxnSpLocks/>
            <a:stCxn id="269" idx="0"/>
            <a:endCxn id="265" idx="2"/>
          </p:cNvCxnSpPr>
          <p:nvPr/>
        </p:nvCxnSpPr>
        <p:spPr>
          <a:xfrm flipV="1">
            <a:off x="11269874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连接符 30">
            <a:extLst>
              <a:ext uri="{FF2B5EF4-FFF2-40B4-BE49-F238E27FC236}">
                <a16:creationId xmlns:a16="http://schemas.microsoft.com/office/drawing/2014/main" id="{843BF1DF-8AED-54BB-1677-C15A1067CC3B}"/>
              </a:ext>
            </a:extLst>
          </p:cNvPr>
          <p:cNvCxnSpPr>
            <a:cxnSpLocks/>
            <a:stCxn id="268" idx="0"/>
            <a:endCxn id="264" idx="2"/>
          </p:cNvCxnSpPr>
          <p:nvPr/>
        </p:nvCxnSpPr>
        <p:spPr>
          <a:xfrm flipV="1">
            <a:off x="10910396" y="2080825"/>
            <a:ext cx="0" cy="1711875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圆角矩形 9">
            <a:extLst>
              <a:ext uri="{FF2B5EF4-FFF2-40B4-BE49-F238E27FC236}">
                <a16:creationId xmlns:a16="http://schemas.microsoft.com/office/drawing/2014/main" id="{4FE67844-6BC8-AEA3-FC4A-5B69FB30DD7C}"/>
              </a:ext>
            </a:extLst>
          </p:cNvPr>
          <p:cNvSpPr/>
          <p:nvPr/>
        </p:nvSpPr>
        <p:spPr>
          <a:xfrm>
            <a:off x="10097208" y="2515335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圆角矩形 10">
            <a:extLst>
              <a:ext uri="{FF2B5EF4-FFF2-40B4-BE49-F238E27FC236}">
                <a16:creationId xmlns:a16="http://schemas.microsoft.com/office/drawing/2014/main" id="{4BDB9347-1ED9-45C5-7069-43C3CC4C1E5F}"/>
              </a:ext>
            </a:extLst>
          </p:cNvPr>
          <p:cNvSpPr/>
          <p:nvPr/>
        </p:nvSpPr>
        <p:spPr>
          <a:xfrm>
            <a:off x="10456686" y="2515335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圆角矩形 11">
            <a:extLst>
              <a:ext uri="{FF2B5EF4-FFF2-40B4-BE49-F238E27FC236}">
                <a16:creationId xmlns:a16="http://schemas.microsoft.com/office/drawing/2014/main" id="{9F8DE5FF-8F28-8586-68D6-66683534886B}"/>
              </a:ext>
            </a:extLst>
          </p:cNvPr>
          <p:cNvSpPr/>
          <p:nvPr/>
        </p:nvSpPr>
        <p:spPr>
          <a:xfrm>
            <a:off x="10816164" y="2515335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1" name="圆角矩形 12">
            <a:extLst>
              <a:ext uri="{FF2B5EF4-FFF2-40B4-BE49-F238E27FC236}">
                <a16:creationId xmlns:a16="http://schemas.microsoft.com/office/drawing/2014/main" id="{8A54C134-B181-B2A1-BE83-BDE649B8843F}"/>
              </a:ext>
            </a:extLst>
          </p:cNvPr>
          <p:cNvSpPr/>
          <p:nvPr/>
        </p:nvSpPr>
        <p:spPr>
          <a:xfrm>
            <a:off x="11175642" y="2515335"/>
            <a:ext cx="188464" cy="842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2" name="连接符: 肘形 281">
            <a:extLst>
              <a:ext uri="{FF2B5EF4-FFF2-40B4-BE49-F238E27FC236}">
                <a16:creationId xmlns:a16="http://schemas.microsoft.com/office/drawing/2014/main" id="{00118E2D-5990-7376-BCD9-8145260C2314}"/>
              </a:ext>
            </a:extLst>
          </p:cNvPr>
          <p:cNvCxnSpPr>
            <a:cxnSpLocks/>
            <a:stCxn id="287" idx="3"/>
            <a:endCxn id="299" idx="1"/>
          </p:cNvCxnSpPr>
          <p:nvPr/>
        </p:nvCxnSpPr>
        <p:spPr>
          <a:xfrm flipV="1">
            <a:off x="8298621" y="2271862"/>
            <a:ext cx="834183" cy="6664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连接符: 肘形 282">
            <a:extLst>
              <a:ext uri="{FF2B5EF4-FFF2-40B4-BE49-F238E27FC236}">
                <a16:creationId xmlns:a16="http://schemas.microsoft.com/office/drawing/2014/main" id="{8A467412-CABE-6BEC-42BB-9603CB43AAA0}"/>
              </a:ext>
            </a:extLst>
          </p:cNvPr>
          <p:cNvCxnSpPr>
            <a:cxnSpLocks/>
            <a:stCxn id="287" idx="3"/>
            <a:endCxn id="298" idx="1"/>
          </p:cNvCxnSpPr>
          <p:nvPr/>
        </p:nvCxnSpPr>
        <p:spPr>
          <a:xfrm>
            <a:off x="8298621" y="2938350"/>
            <a:ext cx="825971" cy="12757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矩形 285">
            <a:extLst>
              <a:ext uri="{FF2B5EF4-FFF2-40B4-BE49-F238E27FC236}">
                <a16:creationId xmlns:a16="http://schemas.microsoft.com/office/drawing/2014/main" id="{85E2BD6F-4DE3-C5D0-7264-6234F6914349}"/>
              </a:ext>
            </a:extLst>
          </p:cNvPr>
          <p:cNvSpPr/>
          <p:nvPr/>
        </p:nvSpPr>
        <p:spPr>
          <a:xfrm>
            <a:off x="9933093" y="1104901"/>
            <a:ext cx="1771386" cy="3644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: 圆角 3">
            <a:extLst>
              <a:ext uri="{FF2B5EF4-FFF2-40B4-BE49-F238E27FC236}">
                <a16:creationId xmlns:a16="http://schemas.microsoft.com/office/drawing/2014/main" id="{15752A70-A4D6-6993-B0A2-F630A09A321C}"/>
              </a:ext>
            </a:extLst>
          </p:cNvPr>
          <p:cNvSpPr/>
          <p:nvPr/>
        </p:nvSpPr>
        <p:spPr>
          <a:xfrm>
            <a:off x="8025966" y="2814880"/>
            <a:ext cx="272655" cy="2469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C0DA285B-47A1-FB61-6070-F2301884FFBC}"/>
              </a:ext>
            </a:extLst>
          </p:cNvPr>
          <p:cNvSpPr txBox="1"/>
          <p:nvPr/>
        </p:nvSpPr>
        <p:spPr>
          <a:xfrm>
            <a:off x="7823278" y="3143468"/>
            <a:ext cx="669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(B,L,F)</a:t>
            </a:r>
            <a:endParaRPr lang="zh-CN" altLang="en-US" sz="1200" dirty="0"/>
          </a:p>
        </p:txBody>
      </p:sp>
      <p:sp>
        <p:nvSpPr>
          <p:cNvPr id="298" name="圆角矩形 15">
            <a:extLst>
              <a:ext uri="{FF2B5EF4-FFF2-40B4-BE49-F238E27FC236}">
                <a16:creationId xmlns:a16="http://schemas.microsoft.com/office/drawing/2014/main" id="{285A24AD-BB5C-0A17-76C7-F24C159CD707}"/>
              </a:ext>
            </a:extLst>
          </p:cNvPr>
          <p:cNvSpPr/>
          <p:nvPr/>
        </p:nvSpPr>
        <p:spPr>
          <a:xfrm>
            <a:off x="9124592" y="4013770"/>
            <a:ext cx="77412" cy="400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9" name="圆角矩形 15">
            <a:extLst>
              <a:ext uri="{FF2B5EF4-FFF2-40B4-BE49-F238E27FC236}">
                <a16:creationId xmlns:a16="http://schemas.microsoft.com/office/drawing/2014/main" id="{C73CBDC3-FA8D-DE45-6DF6-5ED47B72A907}"/>
              </a:ext>
            </a:extLst>
          </p:cNvPr>
          <p:cNvSpPr/>
          <p:nvPr/>
        </p:nvSpPr>
        <p:spPr>
          <a:xfrm>
            <a:off x="9132804" y="2071505"/>
            <a:ext cx="77412" cy="40071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3" name="连接符: 肘形 342">
            <a:extLst>
              <a:ext uri="{FF2B5EF4-FFF2-40B4-BE49-F238E27FC236}">
                <a16:creationId xmlns:a16="http://schemas.microsoft.com/office/drawing/2014/main" id="{E5F0E564-23BE-6C5A-784B-4049892A5C5B}"/>
              </a:ext>
            </a:extLst>
          </p:cNvPr>
          <p:cNvCxnSpPr>
            <a:cxnSpLocks/>
            <a:stCxn id="346" idx="3"/>
          </p:cNvCxnSpPr>
          <p:nvPr/>
        </p:nvCxnSpPr>
        <p:spPr>
          <a:xfrm flipV="1">
            <a:off x="4469549" y="1672095"/>
            <a:ext cx="1176066" cy="1276571"/>
          </a:xfrm>
          <a:prstGeom prst="bentConnector3">
            <a:avLst>
              <a:gd name="adj1" fmla="val 228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连接符: 肘形 343">
            <a:extLst>
              <a:ext uri="{FF2B5EF4-FFF2-40B4-BE49-F238E27FC236}">
                <a16:creationId xmlns:a16="http://schemas.microsoft.com/office/drawing/2014/main" id="{101EAA4B-669E-41AB-D5D8-A30DA4D10E5B}"/>
              </a:ext>
            </a:extLst>
          </p:cNvPr>
          <p:cNvCxnSpPr>
            <a:cxnSpLocks/>
            <a:stCxn id="346" idx="3"/>
          </p:cNvCxnSpPr>
          <p:nvPr/>
        </p:nvCxnSpPr>
        <p:spPr>
          <a:xfrm>
            <a:off x="4469549" y="2948666"/>
            <a:ext cx="1176066" cy="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连接符: 肘形 344">
            <a:extLst>
              <a:ext uri="{FF2B5EF4-FFF2-40B4-BE49-F238E27FC236}">
                <a16:creationId xmlns:a16="http://schemas.microsoft.com/office/drawing/2014/main" id="{DA9BF129-8183-239A-29D5-B5681F7DFFE4}"/>
              </a:ext>
            </a:extLst>
          </p:cNvPr>
          <p:cNvCxnSpPr>
            <a:cxnSpLocks/>
            <a:stCxn id="346" idx="3"/>
          </p:cNvCxnSpPr>
          <p:nvPr/>
        </p:nvCxnSpPr>
        <p:spPr>
          <a:xfrm>
            <a:off x="4469549" y="2948666"/>
            <a:ext cx="1176066" cy="1278159"/>
          </a:xfrm>
          <a:prstGeom prst="bentConnector3">
            <a:avLst>
              <a:gd name="adj1" fmla="val 228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矩形: 圆角 3">
            <a:extLst>
              <a:ext uri="{FF2B5EF4-FFF2-40B4-BE49-F238E27FC236}">
                <a16:creationId xmlns:a16="http://schemas.microsoft.com/office/drawing/2014/main" id="{1A80A4DA-161B-D23B-371D-C5690F8DE89F}"/>
              </a:ext>
            </a:extLst>
          </p:cNvPr>
          <p:cNvSpPr/>
          <p:nvPr/>
        </p:nvSpPr>
        <p:spPr>
          <a:xfrm>
            <a:off x="4196894" y="2825196"/>
            <a:ext cx="272655" cy="2469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C35F0361-D0D7-7B15-9BB5-5A800D6419C1}"/>
              </a:ext>
            </a:extLst>
          </p:cNvPr>
          <p:cNvSpPr txBox="1"/>
          <p:nvPr/>
        </p:nvSpPr>
        <p:spPr>
          <a:xfrm>
            <a:off x="4784893" y="2955808"/>
            <a:ext cx="617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F*F/2</a:t>
            </a:r>
            <a:endParaRPr lang="zh-CN" altLang="en-US" sz="1400" dirty="0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A1D07A13-6683-146F-D8A3-1519D48DB614}"/>
              </a:ext>
            </a:extLst>
          </p:cNvPr>
          <p:cNvSpPr txBox="1"/>
          <p:nvPr/>
        </p:nvSpPr>
        <p:spPr>
          <a:xfrm>
            <a:off x="4885957" y="4235496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</a:t>
            </a:r>
            <a:endParaRPr lang="zh-CN" altLang="en-US" sz="1400" dirty="0"/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BD30183F-3428-1E1E-E1BC-855CA06C679D}"/>
              </a:ext>
            </a:extLst>
          </p:cNvPr>
          <p:cNvSpPr txBox="1"/>
          <p:nvPr/>
        </p:nvSpPr>
        <p:spPr>
          <a:xfrm>
            <a:off x="3991365" y="3189681"/>
            <a:ext cx="669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(B,L,F)</a:t>
            </a:r>
            <a:endParaRPr lang="zh-CN" altLang="en-US" sz="1200" dirty="0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6BCAA5C7-6BE2-A7B0-673F-643809B249B0}"/>
              </a:ext>
            </a:extLst>
          </p:cNvPr>
          <p:cNvSpPr txBox="1"/>
          <p:nvPr/>
        </p:nvSpPr>
        <p:spPr>
          <a:xfrm>
            <a:off x="8483411" y="2451217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F*N</a:t>
            </a:r>
            <a:endParaRPr lang="zh-CN" altLang="en-US" sz="1400" dirty="0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76860EF4-3731-61C4-B385-83F0E6C71C99}"/>
              </a:ext>
            </a:extLst>
          </p:cNvPr>
          <p:cNvSpPr txBox="1"/>
          <p:nvPr/>
        </p:nvSpPr>
        <p:spPr>
          <a:xfrm>
            <a:off x="9399881" y="1687458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N*F</a:t>
            </a:r>
            <a:endParaRPr lang="zh-CN" altLang="en-US" sz="1400" dirty="0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88BABC48-7C18-8696-3BBF-D5B1BE0A4A74}"/>
              </a:ext>
            </a:extLst>
          </p:cNvPr>
          <p:cNvSpPr txBox="1"/>
          <p:nvPr/>
        </p:nvSpPr>
        <p:spPr>
          <a:xfrm>
            <a:off x="8469360" y="3543937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F*N</a:t>
            </a:r>
            <a:endParaRPr lang="zh-CN" altLang="en-US" sz="1400" dirty="0"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0A203BA2-09E0-53AF-D036-139A019E54AD}"/>
              </a:ext>
            </a:extLst>
          </p:cNvPr>
          <p:cNvSpPr txBox="1"/>
          <p:nvPr/>
        </p:nvSpPr>
        <p:spPr>
          <a:xfrm>
            <a:off x="9403365" y="2592879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N*F</a:t>
            </a:r>
            <a:endParaRPr lang="zh-CN" altLang="en-US" sz="1400" dirty="0"/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5888ACDE-69FA-E2C5-5D76-F942018CBBA6}"/>
              </a:ext>
            </a:extLst>
          </p:cNvPr>
          <p:cNvSpPr txBox="1"/>
          <p:nvPr/>
        </p:nvSpPr>
        <p:spPr>
          <a:xfrm>
            <a:off x="9338911" y="4220010"/>
            <a:ext cx="51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N*F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5A12A5A0-46DF-6C52-58FD-47133E62145D}"/>
                  </a:ext>
                </a:extLst>
              </p:cNvPr>
              <p:cNvSpPr txBox="1"/>
              <p:nvPr/>
            </p:nvSpPr>
            <p:spPr>
              <a:xfrm>
                <a:off x="8817830" y="4385782"/>
                <a:ext cx="707359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5A12A5A0-46DF-6C52-58FD-47133E621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830" y="4385782"/>
                <a:ext cx="707359" cy="370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2" name="连接符: 肘形 411">
            <a:extLst>
              <a:ext uri="{FF2B5EF4-FFF2-40B4-BE49-F238E27FC236}">
                <a16:creationId xmlns:a16="http://schemas.microsoft.com/office/drawing/2014/main" id="{C7627C56-DDF2-F762-CBE3-D25E06E5EF5D}"/>
              </a:ext>
            </a:extLst>
          </p:cNvPr>
          <p:cNvCxnSpPr>
            <a:cxnSpLocks/>
            <a:stCxn id="298" idx="3"/>
            <a:endCxn id="266" idx="1"/>
          </p:cNvCxnSpPr>
          <p:nvPr/>
        </p:nvCxnSpPr>
        <p:spPr>
          <a:xfrm>
            <a:off x="9202004" y="4214127"/>
            <a:ext cx="89520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文本框 414">
                <a:extLst>
                  <a:ext uri="{FF2B5EF4-FFF2-40B4-BE49-F238E27FC236}">
                    <a16:creationId xmlns:a16="http://schemas.microsoft.com/office/drawing/2014/main" id="{7A5C283E-A99E-8C9F-E3C6-677A8FCCBAF9}"/>
                  </a:ext>
                </a:extLst>
              </p:cNvPr>
              <p:cNvSpPr txBox="1"/>
              <p:nvPr/>
            </p:nvSpPr>
            <p:spPr>
              <a:xfrm>
                <a:off x="8815968" y="2484531"/>
                <a:ext cx="7073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𝐾𝑉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5" name="文本框 414">
                <a:extLst>
                  <a:ext uri="{FF2B5EF4-FFF2-40B4-BE49-F238E27FC236}">
                    <a16:creationId xmlns:a16="http://schemas.microsoft.com/office/drawing/2014/main" id="{7A5C283E-A99E-8C9F-E3C6-677A8FCCB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968" y="2484531"/>
                <a:ext cx="7073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6" name="文本框 415">
            <a:extLst>
              <a:ext uri="{FF2B5EF4-FFF2-40B4-BE49-F238E27FC236}">
                <a16:creationId xmlns:a16="http://schemas.microsoft.com/office/drawing/2014/main" id="{C9EB568B-9F4B-BC58-12F3-C2D8D9530477}"/>
              </a:ext>
            </a:extLst>
          </p:cNvPr>
          <p:cNvSpPr txBox="1"/>
          <p:nvPr/>
        </p:nvSpPr>
        <p:spPr>
          <a:xfrm>
            <a:off x="4785915" y="1672095"/>
            <a:ext cx="617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F*F/2</a:t>
            </a:r>
            <a:endParaRPr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83BF6-43D0-8B46-949B-A74D8AAB0CC8}"/>
              </a:ext>
            </a:extLst>
          </p:cNvPr>
          <p:cNvSpPr txBox="1"/>
          <p:nvPr/>
        </p:nvSpPr>
        <p:spPr>
          <a:xfrm>
            <a:off x="6909774" y="4041553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9B8954-561B-2E80-A30B-9152611ECAD1}"/>
              </a:ext>
            </a:extLst>
          </p:cNvPr>
          <p:cNvSpPr txBox="1"/>
          <p:nvPr/>
        </p:nvSpPr>
        <p:spPr>
          <a:xfrm>
            <a:off x="6912185" y="2758445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431083-2C3A-06E2-EC52-6CFF63F328D9}"/>
              </a:ext>
            </a:extLst>
          </p:cNvPr>
          <p:cNvSpPr txBox="1"/>
          <p:nvPr/>
        </p:nvSpPr>
        <p:spPr>
          <a:xfrm>
            <a:off x="6912185" y="1495247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V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418D52-227F-CC6F-3AD4-CBB279ED9CF3}"/>
              </a:ext>
            </a:extLst>
          </p:cNvPr>
          <p:cNvSpPr txBox="1"/>
          <p:nvPr/>
        </p:nvSpPr>
        <p:spPr>
          <a:xfrm>
            <a:off x="11364539" y="4034411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86F10A-561C-654E-9560-77201A39B2B0}"/>
              </a:ext>
            </a:extLst>
          </p:cNvPr>
          <p:cNvSpPr txBox="1"/>
          <p:nvPr/>
        </p:nvSpPr>
        <p:spPr>
          <a:xfrm>
            <a:off x="11366950" y="2751303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4FD6A6-34B2-0082-D2B7-26BFBB960201}"/>
              </a:ext>
            </a:extLst>
          </p:cNvPr>
          <p:cNvSpPr txBox="1"/>
          <p:nvPr/>
        </p:nvSpPr>
        <p:spPr>
          <a:xfrm>
            <a:off x="11366950" y="1488105"/>
            <a:ext cx="355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V</a:t>
            </a:r>
            <a:endParaRPr lang="zh-CN" altLang="en-US" dirty="0"/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E08DA82F-32A6-F2FB-4473-62238279FF47}"/>
              </a:ext>
            </a:extLst>
          </p:cNvPr>
          <p:cNvCxnSpPr>
            <a:cxnSpLocks/>
            <a:stCxn id="299" idx="3"/>
            <a:endCxn id="262" idx="1"/>
          </p:cNvCxnSpPr>
          <p:nvPr/>
        </p:nvCxnSpPr>
        <p:spPr>
          <a:xfrm flipV="1">
            <a:off x="9210216" y="1659398"/>
            <a:ext cx="886992" cy="612464"/>
          </a:xfrm>
          <a:prstGeom prst="bentConnector3">
            <a:avLst>
              <a:gd name="adj1" fmla="val 206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EC0CD0C7-E11B-E081-2359-F8F4D6CC777E}"/>
              </a:ext>
            </a:extLst>
          </p:cNvPr>
          <p:cNvCxnSpPr>
            <a:cxnSpLocks/>
            <a:stCxn id="299" idx="3"/>
            <a:endCxn id="278" idx="1"/>
          </p:cNvCxnSpPr>
          <p:nvPr/>
        </p:nvCxnSpPr>
        <p:spPr>
          <a:xfrm>
            <a:off x="9210216" y="2271862"/>
            <a:ext cx="886992" cy="664901"/>
          </a:xfrm>
          <a:prstGeom prst="bentConnector3">
            <a:avLst>
              <a:gd name="adj1" fmla="val 213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60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214" grpId="0"/>
      <p:bldP spid="215" grpId="0"/>
      <p:bldP spid="218" grpId="0"/>
      <p:bldP spid="221" grpId="0"/>
      <p:bldP spid="287" grpId="0"/>
      <p:bldP spid="293" grpId="0"/>
      <p:bldP spid="346" grpId="0"/>
      <p:bldP spid="347" grpId="0"/>
      <p:bldP spid="348" grpId="0"/>
      <p:bldP spid="356" grpId="0"/>
      <p:bldP spid="363" grpId="0"/>
      <p:bldP spid="364" grpId="0"/>
      <p:bldP spid="366" grpId="0"/>
      <p:bldP spid="367" grpId="0"/>
      <p:bldP spid="371" grpId="0"/>
      <p:bldP spid="41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272</Words>
  <Application>Microsoft Office PowerPoint</Application>
  <PresentationFormat>宽屏</PresentationFormat>
  <Paragraphs>119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青 胡</dc:creator>
  <cp:lastModifiedBy>青 胡</cp:lastModifiedBy>
  <cp:revision>43</cp:revision>
  <dcterms:created xsi:type="dcterms:W3CDTF">2025-12-12T02:59:27Z</dcterms:created>
  <dcterms:modified xsi:type="dcterms:W3CDTF">2026-01-06T03:10:40Z</dcterms:modified>
</cp:coreProperties>
</file>