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C545AF-486B-29C5-9FFC-6CE527E9C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5E37C75-F594-B561-0CC2-29CACC8CE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870D71-DFFD-E4BE-9D6B-0796D7CE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FDA96-C725-C0E7-9F5A-AEC6B895C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ABF739-4679-FEDA-5CD7-90EA0DDD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035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CE9C26-BB0F-60E7-A01D-F0021A993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2128D7-3A03-1735-D09E-31CDD96C9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66B4B-0108-1BF5-7A53-EE6B99FF7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A77F0B-E6E9-8075-A82A-B597F035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3AA545-EDE9-3AB8-0A00-E42E30B58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3687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45AFC-CFC4-F991-2B10-0889A8A7E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AACF6D-0857-6027-0998-065710396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2EEEE5-C87A-046B-5CCE-DF7AEDA1E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6EC881-14E7-D0EC-7560-050532AA9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CFEDE3-82F9-CEC7-7C92-39AC1A40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7012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557115-D275-E6B4-AB3E-243EB089B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03768F-B8AF-05C6-007A-B43554C32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47555E8-DFBF-35B8-FFFC-3D86DC474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D74F87-38FE-ACA9-467F-A592940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D21F868-8A3C-3450-4435-B372A92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EAD454-58B0-FFD3-0351-20D45604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612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525B5-0AFD-939E-2DA4-441C2E96F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2A7F45-5E0F-FAA7-E96E-8037B53F1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238224-6674-F0C4-6079-662265BA3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7534927-0C48-4FD5-8AFD-FA9A18811F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1BF377-F1A5-6D30-CB06-3FD37286CB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924B4FB-EAFE-CE1D-7C1B-01821BC65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A587106-12CF-3C96-4D3E-CE519B952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88F4F6C-07F8-B3B4-54D5-225EF66BB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000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5FA42B-009A-2A62-6BD1-F6715179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343434D-0225-561B-2DA3-7F52D517B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1C7867C-996A-0809-340C-79EE366EE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99D8500-DD68-E971-6BD0-3076FA55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2500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36C0F01-2B8B-9142-5841-1FB9CC541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2DE37E6-628F-1E4F-3426-8018C3555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90B8BE-087F-2930-1CA7-31536284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815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7305-844E-0F9B-66C0-BCCD435AE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3133A1-F425-5C8D-7AD2-EABB59AA4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C7166-C0B1-EA04-68EB-8BDC7DDE02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BADE5C-9C03-3769-C828-9847EEB93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0CB0B5-31B9-FF02-9088-92E908255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F43D76-7E14-8AA8-D23E-F7DC852A2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2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07B2CC-27C4-A7D3-B611-EBA18BA77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CD60D9-4477-2A67-0930-B065C0EF6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201996-DFB5-B0F0-F1C1-CE0D9228D6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82D6D4-EEB5-07E3-4F6B-22DED09DA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13BFBA-BE17-672A-9EC2-A235B792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61F9EE-F7C2-03E5-3CF5-3DEC807F0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838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B356D5-9AD6-F585-7711-88A32FAD6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6D807BA-859B-316E-82E0-CEC5D13CE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D547A3-B582-5707-34A7-D4FC92F5E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7AABA7-0097-A20F-AD72-0BAA4677B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438C08-20C2-87B7-26F6-80CBA09F6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702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FA5B46-3DD6-7E9C-A5B4-30E8594A7D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34CC7AF-4991-3057-B64B-552109C69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28D59A-16AF-8CF2-71BC-F3CE09E54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2F5249-FF78-FDE1-84B8-227B4C740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1DFFD7-1DAF-70B7-97D1-66B33447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361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30FAFB2-F7AA-4586-2972-71C496BB8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FB24B0-EECF-AAF0-81E5-46267F838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E49019-0A96-390B-C400-F578BA0041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254ABA-9B8E-4AD7-A0B7-75C462322581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80EA4E-93D0-A197-92E9-ADC0FC2E5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1B6B48-FDE8-816D-A27C-EA9096656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3885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F4A6D63C-613D-7F7A-807D-3E5FA80F2930}"/>
              </a:ext>
            </a:extLst>
          </p:cNvPr>
          <p:cNvSpPr/>
          <p:nvPr/>
        </p:nvSpPr>
        <p:spPr>
          <a:xfrm rot="5400000">
            <a:off x="1831934" y="156339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8B1AB02-8226-35BD-F212-A78D5AA1B163}"/>
              </a:ext>
            </a:extLst>
          </p:cNvPr>
          <p:cNvSpPr/>
          <p:nvPr/>
        </p:nvSpPr>
        <p:spPr>
          <a:xfrm rot="5400000">
            <a:off x="1831934" y="19704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368F92C-F038-0E89-EC5A-075C4D8C00D3}"/>
              </a:ext>
            </a:extLst>
          </p:cNvPr>
          <p:cNvSpPr/>
          <p:nvPr/>
        </p:nvSpPr>
        <p:spPr>
          <a:xfrm rot="5400000">
            <a:off x="1831934" y="240605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1E07488-DFA2-4890-0276-1915FADB3B80}"/>
              </a:ext>
            </a:extLst>
          </p:cNvPr>
          <p:cNvSpPr/>
          <p:nvPr/>
        </p:nvSpPr>
        <p:spPr>
          <a:xfrm rot="5400000">
            <a:off x="1831934" y="282736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A6F3216-56DE-F315-3E77-7CA9BDC797D7}"/>
              </a:ext>
            </a:extLst>
          </p:cNvPr>
          <p:cNvSpPr/>
          <p:nvPr/>
        </p:nvSpPr>
        <p:spPr>
          <a:xfrm rot="5400000">
            <a:off x="3213119" y="156339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6A3A5E4-1547-F592-633F-39054261F62A}"/>
              </a:ext>
            </a:extLst>
          </p:cNvPr>
          <p:cNvSpPr/>
          <p:nvPr/>
        </p:nvSpPr>
        <p:spPr>
          <a:xfrm rot="5400000">
            <a:off x="3213119" y="19704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7DAC18D-BFD3-CCCD-0E76-B8A0E970EF50}"/>
              </a:ext>
            </a:extLst>
          </p:cNvPr>
          <p:cNvSpPr/>
          <p:nvPr/>
        </p:nvSpPr>
        <p:spPr>
          <a:xfrm rot="5400000">
            <a:off x="3213119" y="240605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2DE7804-2003-A9D7-7651-38789E81A5A7}"/>
              </a:ext>
            </a:extLst>
          </p:cNvPr>
          <p:cNvSpPr/>
          <p:nvPr/>
        </p:nvSpPr>
        <p:spPr>
          <a:xfrm rot="5400000">
            <a:off x="3213119" y="282736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57E08FD7-DFDA-E3FA-02CB-3D247E438003}"/>
              </a:ext>
            </a:extLst>
          </p:cNvPr>
          <p:cNvCxnSpPr>
            <a:stCxn id="4" idx="0"/>
            <a:endCxn id="9" idx="2"/>
          </p:cNvCxnSpPr>
          <p:nvPr/>
        </p:nvCxnSpPr>
        <p:spPr>
          <a:xfrm>
            <a:off x="2304989" y="1938590"/>
            <a:ext cx="630786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8221A0F4-95F3-BAF9-10B1-699686A28BCC}"/>
              </a:ext>
            </a:extLst>
          </p:cNvPr>
          <p:cNvCxnSpPr>
            <a:stCxn id="4" idx="0"/>
            <a:endCxn id="10" idx="2"/>
          </p:cNvCxnSpPr>
          <p:nvPr/>
        </p:nvCxnSpPr>
        <p:spPr>
          <a:xfrm>
            <a:off x="2304989" y="1938590"/>
            <a:ext cx="630786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FF21EDC-C5EB-ADEE-6A22-4C91C38D4D65}"/>
              </a:ext>
            </a:extLst>
          </p:cNvPr>
          <p:cNvCxnSpPr>
            <a:cxnSpLocks/>
            <a:stCxn id="4" idx="0"/>
            <a:endCxn id="11" idx="2"/>
          </p:cNvCxnSpPr>
          <p:nvPr/>
        </p:nvCxnSpPr>
        <p:spPr>
          <a:xfrm>
            <a:off x="2304989" y="1938590"/>
            <a:ext cx="630786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63100C52-254E-1A16-D217-2781CF8598F8}"/>
              </a:ext>
            </a:extLst>
          </p:cNvPr>
          <p:cNvCxnSpPr>
            <a:cxnSpLocks/>
            <a:stCxn id="4" idx="0"/>
            <a:endCxn id="12" idx="2"/>
          </p:cNvCxnSpPr>
          <p:nvPr/>
        </p:nvCxnSpPr>
        <p:spPr>
          <a:xfrm>
            <a:off x="2304989" y="1938590"/>
            <a:ext cx="630786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B209D8C4-41BB-6A70-AD2C-5B8947FA17D4}"/>
              </a:ext>
            </a:extLst>
          </p:cNvPr>
          <p:cNvSpPr txBox="1"/>
          <p:nvPr/>
        </p:nvSpPr>
        <p:spPr>
          <a:xfrm>
            <a:off x="2483064" y="1797008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zh-CN" altLang="en-US" sz="12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275F74E-AF95-1D02-EE67-B422AB9ACE05}"/>
              </a:ext>
            </a:extLst>
          </p:cNvPr>
          <p:cNvSpPr txBox="1"/>
          <p:nvPr/>
        </p:nvSpPr>
        <p:spPr>
          <a:xfrm>
            <a:off x="2480090" y="2056626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E7420A4-C076-0908-4B3F-DDC877608D56}"/>
              </a:ext>
            </a:extLst>
          </p:cNvPr>
          <p:cNvSpPr txBox="1"/>
          <p:nvPr/>
        </p:nvSpPr>
        <p:spPr>
          <a:xfrm>
            <a:off x="2486639" y="2406070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07D422D-C449-810E-8859-6E163DF8718E}"/>
              </a:ext>
            </a:extLst>
          </p:cNvPr>
          <p:cNvSpPr txBox="1"/>
          <p:nvPr/>
        </p:nvSpPr>
        <p:spPr>
          <a:xfrm>
            <a:off x="2539032" y="2807164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lang="zh-CN" altLang="en-US" sz="1200" dirty="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BED902CC-7909-8F37-F68B-14154FEFE7EA}"/>
              </a:ext>
            </a:extLst>
          </p:cNvPr>
          <p:cNvSpPr/>
          <p:nvPr/>
        </p:nvSpPr>
        <p:spPr>
          <a:xfrm rot="5400000">
            <a:off x="4789507" y="156339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8E7F157-8337-44F1-6CC1-C3C6D54E3F9F}"/>
              </a:ext>
            </a:extLst>
          </p:cNvPr>
          <p:cNvSpPr/>
          <p:nvPr/>
        </p:nvSpPr>
        <p:spPr>
          <a:xfrm rot="5400000">
            <a:off x="4789507" y="19704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11785C2-99F0-5C5C-A0EC-40E45B0BAF10}"/>
              </a:ext>
            </a:extLst>
          </p:cNvPr>
          <p:cNvSpPr/>
          <p:nvPr/>
        </p:nvSpPr>
        <p:spPr>
          <a:xfrm rot="5400000">
            <a:off x="4789507" y="240605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39618167-D3F1-B1C2-B141-1D9C501CD8A4}"/>
              </a:ext>
            </a:extLst>
          </p:cNvPr>
          <p:cNvSpPr/>
          <p:nvPr/>
        </p:nvSpPr>
        <p:spPr>
          <a:xfrm rot="5400000">
            <a:off x="4789507" y="282736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CFE32E36-E301-5BE1-EE34-D4FE1B4FC5CA}"/>
              </a:ext>
            </a:extLst>
          </p:cNvPr>
          <p:cNvCxnSpPr>
            <a:cxnSpLocks/>
            <a:stCxn id="9" idx="0"/>
            <a:endCxn id="35" idx="2"/>
          </p:cNvCxnSpPr>
          <p:nvPr/>
        </p:nvCxnSpPr>
        <p:spPr>
          <a:xfrm>
            <a:off x="3686174" y="1938590"/>
            <a:ext cx="82598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9893331-BAE6-62DF-5B5C-6B3E182CE68E}"/>
              </a:ext>
            </a:extLst>
          </p:cNvPr>
          <p:cNvCxnSpPr>
            <a:cxnSpLocks/>
            <a:stCxn id="10" idx="0"/>
            <a:endCxn id="35" idx="2"/>
          </p:cNvCxnSpPr>
          <p:nvPr/>
        </p:nvCxnSpPr>
        <p:spPr>
          <a:xfrm flipV="1">
            <a:off x="3686174" y="1938590"/>
            <a:ext cx="825989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E14F141-698C-C438-5618-AC87F0DB1253}"/>
              </a:ext>
            </a:extLst>
          </p:cNvPr>
          <p:cNvCxnSpPr>
            <a:cxnSpLocks/>
            <a:stCxn id="11" idx="0"/>
            <a:endCxn id="35" idx="2"/>
          </p:cNvCxnSpPr>
          <p:nvPr/>
        </p:nvCxnSpPr>
        <p:spPr>
          <a:xfrm flipV="1">
            <a:off x="3686174" y="1938590"/>
            <a:ext cx="825989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4A12DBE2-EC42-16B1-5BCB-D31C6AFC954D}"/>
              </a:ext>
            </a:extLst>
          </p:cNvPr>
          <p:cNvCxnSpPr>
            <a:cxnSpLocks/>
            <a:stCxn id="12" idx="0"/>
            <a:endCxn id="35" idx="2"/>
          </p:cNvCxnSpPr>
          <p:nvPr/>
        </p:nvCxnSpPr>
        <p:spPr>
          <a:xfrm flipV="1">
            <a:off x="3686174" y="1938590"/>
            <a:ext cx="825989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417A9A63-9137-8D6D-14BF-ED9866AE08B5}"/>
              </a:ext>
            </a:extLst>
          </p:cNvPr>
          <p:cNvSpPr txBox="1"/>
          <p:nvPr/>
        </p:nvSpPr>
        <p:spPr>
          <a:xfrm>
            <a:off x="3659224" y="1800089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×0.5</a:t>
            </a:r>
            <a:endParaRPr lang="zh-CN" altLang="en-US" sz="1200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59A6F0B-4DB7-0C87-0004-60D22516923E}"/>
              </a:ext>
            </a:extLst>
          </p:cNvPr>
          <p:cNvSpPr txBox="1"/>
          <p:nvPr/>
        </p:nvSpPr>
        <p:spPr>
          <a:xfrm>
            <a:off x="3659224" y="2066814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1243423-5F76-36CE-196B-3EFC7B56A3A5}"/>
              </a:ext>
            </a:extLst>
          </p:cNvPr>
          <p:cNvSpPr txBox="1"/>
          <p:nvPr/>
        </p:nvSpPr>
        <p:spPr>
          <a:xfrm>
            <a:off x="3620682" y="2414684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33E3874-EBEE-95E6-5505-F232BD05BC67}"/>
              </a:ext>
            </a:extLst>
          </p:cNvPr>
          <p:cNvSpPr txBox="1"/>
          <p:nvPr/>
        </p:nvSpPr>
        <p:spPr>
          <a:xfrm>
            <a:off x="3563561" y="2822503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×0.1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5372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99A39-3751-96B5-9A63-F57F1457A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矩形: 圆角 245">
            <a:extLst>
              <a:ext uri="{FF2B5EF4-FFF2-40B4-BE49-F238E27FC236}">
                <a16:creationId xmlns:a16="http://schemas.microsoft.com/office/drawing/2014/main" id="{9DC273C1-3F04-DD86-AD2B-A17951C8BA68}"/>
              </a:ext>
            </a:extLst>
          </p:cNvPr>
          <p:cNvSpPr/>
          <p:nvPr/>
        </p:nvSpPr>
        <p:spPr>
          <a:xfrm>
            <a:off x="289672" y="181344"/>
            <a:ext cx="5490795" cy="4192908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A77C9AB4-4B22-55CD-2E16-9831132AC049}"/>
              </a:ext>
            </a:extLst>
          </p:cNvPr>
          <p:cNvSpPr/>
          <p:nvPr/>
        </p:nvSpPr>
        <p:spPr>
          <a:xfrm>
            <a:off x="1284781" y="337636"/>
            <a:ext cx="1432313" cy="1607830"/>
          </a:xfrm>
          <a:prstGeom prst="roundRect">
            <a:avLst>
              <a:gd name="adj" fmla="val 5718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FABF5BC0-8B77-09A1-0BEA-D8FCD56E8081}"/>
              </a:ext>
            </a:extLst>
          </p:cNvPr>
          <p:cNvSpPr/>
          <p:nvPr/>
        </p:nvSpPr>
        <p:spPr>
          <a:xfrm>
            <a:off x="8102424" y="181425"/>
            <a:ext cx="2842260" cy="2736297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771E8FC0-4039-83BD-9443-A72857EFF5C5}"/>
                  </a:ext>
                </a:extLst>
              </p:cNvPr>
              <p:cNvSpPr/>
              <p:nvPr/>
            </p:nvSpPr>
            <p:spPr>
              <a:xfrm>
                <a:off x="8265960" y="2065339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771E8FC0-4039-83BD-9443-A72857EFF5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5960" y="2065339"/>
                <a:ext cx="546722" cy="301499"/>
              </a:xfrm>
              <a:prstGeom prst="roundRect">
                <a:avLst/>
              </a:prstGeom>
              <a:blipFill>
                <a:blip r:embed="rId2"/>
                <a:stretch>
                  <a:fillRect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D011FAAA-BA85-1399-643E-4C9D435E202B}"/>
                  </a:ext>
                </a:extLst>
              </p:cNvPr>
              <p:cNvSpPr/>
              <p:nvPr/>
            </p:nvSpPr>
            <p:spPr>
              <a:xfrm>
                <a:off x="9237910" y="2065338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D011FAAA-BA85-1399-643E-4C9D435E20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910" y="2065338"/>
                <a:ext cx="546722" cy="30149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2E9EAEA1-E13F-61A3-4442-AC3BE2B84BEE}"/>
                  </a:ext>
                </a:extLst>
              </p:cNvPr>
              <p:cNvSpPr/>
              <p:nvPr/>
            </p:nvSpPr>
            <p:spPr>
              <a:xfrm>
                <a:off x="10209860" y="2065338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2E9EAEA1-E13F-61A3-4442-AC3BE2B84B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9860" y="2065338"/>
                <a:ext cx="546722" cy="30149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C8EF7526-5A42-2028-B447-BDAE0EBD0233}"/>
                  </a:ext>
                </a:extLst>
              </p:cNvPr>
              <p:cNvSpPr/>
              <p:nvPr/>
            </p:nvSpPr>
            <p:spPr>
              <a:xfrm>
                <a:off x="8763712" y="1320425"/>
                <a:ext cx="546721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C8EF7526-5A42-2028-B447-BDAE0EBD02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3712" y="1320425"/>
                <a:ext cx="546721" cy="301499"/>
              </a:xfrm>
              <a:prstGeom prst="roundRect">
                <a:avLst/>
              </a:prstGeom>
              <a:blipFill>
                <a:blip r:embed="rId5"/>
                <a:stretch>
                  <a:fillRect l="-43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D1686D1E-E17F-188B-B0AE-22D327E0B951}"/>
              </a:ext>
            </a:extLst>
          </p:cNvPr>
          <p:cNvCxnSpPr>
            <a:cxnSpLocks/>
            <a:stCxn id="4" idx="0"/>
            <a:endCxn id="19" idx="1"/>
          </p:cNvCxnSpPr>
          <p:nvPr/>
        </p:nvCxnSpPr>
        <p:spPr>
          <a:xfrm rot="5400000" flipH="1" flipV="1">
            <a:off x="8354434" y="1656062"/>
            <a:ext cx="594164" cy="224391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0CF85C3E-3916-3C45-F723-02AC40E929B0}"/>
              </a:ext>
            </a:extLst>
          </p:cNvPr>
          <p:cNvCxnSpPr>
            <a:cxnSpLocks/>
            <a:stCxn id="5" idx="0"/>
            <a:endCxn id="19" idx="3"/>
          </p:cNvCxnSpPr>
          <p:nvPr/>
        </p:nvCxnSpPr>
        <p:spPr>
          <a:xfrm rot="16200000" flipV="1">
            <a:off x="9113771" y="1667838"/>
            <a:ext cx="594163" cy="20083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79EDE61D-2909-953E-81C9-3B2237BEF020}"/>
              </a:ext>
            </a:extLst>
          </p:cNvPr>
          <p:cNvCxnSpPr>
            <a:cxnSpLocks/>
            <a:stCxn id="6" idx="0"/>
            <a:endCxn id="74" idx="2"/>
          </p:cNvCxnSpPr>
          <p:nvPr/>
        </p:nvCxnSpPr>
        <p:spPr>
          <a:xfrm rot="16200000" flipV="1">
            <a:off x="9633926" y="1216043"/>
            <a:ext cx="1230807" cy="46778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C25097A8-65DD-46BA-CFE7-B9C8546BFFE4}"/>
              </a:ext>
            </a:extLst>
          </p:cNvPr>
          <p:cNvSpPr/>
          <p:nvPr/>
        </p:nvSpPr>
        <p:spPr>
          <a:xfrm>
            <a:off x="9072666" y="3034351"/>
            <a:ext cx="875623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3C8B18EA-28E0-B862-2128-CFE0837F5296}"/>
              </a:ext>
            </a:extLst>
          </p:cNvPr>
          <p:cNvCxnSpPr>
            <a:cxnSpLocks/>
            <a:stCxn id="52" idx="0"/>
            <a:endCxn id="4" idx="2"/>
          </p:cNvCxnSpPr>
          <p:nvPr/>
        </p:nvCxnSpPr>
        <p:spPr>
          <a:xfrm rot="16200000" flipV="1">
            <a:off x="8691144" y="2215016"/>
            <a:ext cx="667513" cy="971157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49246105-9EE9-2DA2-AC76-FFFDAA65F60E}"/>
              </a:ext>
            </a:extLst>
          </p:cNvPr>
          <p:cNvCxnSpPr>
            <a:cxnSpLocks/>
            <a:stCxn id="52" idx="0"/>
            <a:endCxn id="5" idx="2"/>
          </p:cNvCxnSpPr>
          <p:nvPr/>
        </p:nvCxnSpPr>
        <p:spPr>
          <a:xfrm rot="5400000" flipH="1" flipV="1">
            <a:off x="9177117" y="2700198"/>
            <a:ext cx="667514" cy="79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2ECB45F2-DCCF-3433-2633-B68A3963ACBD}"/>
              </a:ext>
            </a:extLst>
          </p:cNvPr>
          <p:cNvCxnSpPr>
            <a:cxnSpLocks/>
            <a:stCxn id="52" idx="0"/>
            <a:endCxn id="6" idx="2"/>
          </p:cNvCxnSpPr>
          <p:nvPr/>
        </p:nvCxnSpPr>
        <p:spPr>
          <a:xfrm rot="5400000" flipH="1" flipV="1">
            <a:off x="9663092" y="2214223"/>
            <a:ext cx="667514" cy="972743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40F5E2A7-1150-A98F-9509-99A94A1A0271}"/>
              </a:ext>
            </a:extLst>
          </p:cNvPr>
          <p:cNvSpPr txBox="1"/>
          <p:nvPr/>
        </p:nvSpPr>
        <p:spPr>
          <a:xfrm>
            <a:off x="8226468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4E0A6489-E674-A0FF-DE9A-BEECA93F5600}"/>
              </a:ext>
            </a:extLst>
          </p:cNvPr>
          <p:cNvSpPr txBox="1"/>
          <p:nvPr/>
        </p:nvSpPr>
        <p:spPr>
          <a:xfrm>
            <a:off x="9199432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C3DC5EFC-AC4D-1429-7C3A-724A5E492FB1}"/>
              </a:ext>
            </a:extLst>
          </p:cNvPr>
          <p:cNvSpPr txBox="1"/>
          <p:nvPr/>
        </p:nvSpPr>
        <p:spPr>
          <a:xfrm>
            <a:off x="10170588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E45CD865-5D3D-8972-9BD1-79399C5A5D82}"/>
              </a:ext>
            </a:extLst>
          </p:cNvPr>
          <p:cNvSpPr txBox="1"/>
          <p:nvPr/>
        </p:nvSpPr>
        <p:spPr>
          <a:xfrm>
            <a:off x="9154494" y="3290500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6849EB96-9BF5-0D9F-BA3E-B318EC677A17}"/>
              </a:ext>
            </a:extLst>
          </p:cNvPr>
          <p:cNvSpPr txBox="1"/>
          <p:nvPr/>
        </p:nvSpPr>
        <p:spPr>
          <a:xfrm>
            <a:off x="7468873" y="2077587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3D54BBD-6274-2341-4AF2-0945B60A5FE7}"/>
              </a:ext>
            </a:extLst>
          </p:cNvPr>
          <p:cNvSpPr txBox="1"/>
          <p:nvPr/>
        </p:nvSpPr>
        <p:spPr>
          <a:xfrm>
            <a:off x="8681089" y="158310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(B,L,L)</a:t>
            </a:r>
            <a:endParaRPr lang="zh-CN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F71ECCFB-19D3-8595-DFFB-D413FE12B224}"/>
                  </a:ext>
                </a:extLst>
              </p:cNvPr>
              <p:cNvSpPr/>
              <p:nvPr/>
            </p:nvSpPr>
            <p:spPr>
              <a:xfrm>
                <a:off x="9718009" y="533032"/>
                <a:ext cx="594855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𝐴𝑀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@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F71ECCFB-19D3-8595-DFFB-D413FE12B2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8009" y="533032"/>
                <a:ext cx="594855" cy="301499"/>
              </a:xfrm>
              <a:prstGeom prst="roundRect">
                <a:avLst/>
              </a:prstGeom>
              <a:blipFill>
                <a:blip r:embed="rId6"/>
                <a:stretch>
                  <a:fillRect l="-1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14E40F8C-CB67-62BE-19A6-2C35C9A1AD3B}"/>
              </a:ext>
            </a:extLst>
          </p:cNvPr>
          <p:cNvCxnSpPr>
            <a:cxnSpLocks/>
            <a:stCxn id="19" idx="0"/>
            <a:endCxn id="85" idx="2"/>
          </p:cNvCxnSpPr>
          <p:nvPr/>
        </p:nvCxnSpPr>
        <p:spPr>
          <a:xfrm flipH="1" flipV="1">
            <a:off x="9037072" y="853725"/>
            <a:ext cx="1" cy="4667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A84F590-2A74-7BA2-2C9C-5DE9C7C5429C}"/>
              </a:ext>
            </a:extLst>
          </p:cNvPr>
          <p:cNvSpPr txBox="1"/>
          <p:nvPr/>
        </p:nvSpPr>
        <p:spPr>
          <a:xfrm>
            <a:off x="8639673" y="944695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E4F35DA4-A050-0F81-ACE1-36F05BD685DD}"/>
              </a:ext>
            </a:extLst>
          </p:cNvPr>
          <p:cNvSpPr/>
          <p:nvPr/>
        </p:nvSpPr>
        <p:spPr>
          <a:xfrm>
            <a:off x="8778283" y="513840"/>
            <a:ext cx="517578" cy="339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Att. </a:t>
            </a:r>
          </a:p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AEC78829-EF1B-7EE0-2D9F-A89B7AC61958}"/>
              </a:ext>
            </a:extLst>
          </p:cNvPr>
          <p:cNvCxnSpPr>
            <a:cxnSpLocks/>
            <a:stCxn id="85" idx="3"/>
            <a:endCxn id="74" idx="1"/>
          </p:cNvCxnSpPr>
          <p:nvPr/>
        </p:nvCxnSpPr>
        <p:spPr>
          <a:xfrm flipV="1">
            <a:off x="9295861" y="683782"/>
            <a:ext cx="422148" cy="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A1537E0D-9617-DA5F-1B3D-464E59419EFD}"/>
              </a:ext>
            </a:extLst>
          </p:cNvPr>
          <p:cNvSpPr/>
          <p:nvPr/>
        </p:nvSpPr>
        <p:spPr>
          <a:xfrm>
            <a:off x="11077115" y="1029060"/>
            <a:ext cx="774842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连接符: 肘形 101">
            <a:extLst>
              <a:ext uri="{FF2B5EF4-FFF2-40B4-BE49-F238E27FC236}">
                <a16:creationId xmlns:a16="http://schemas.microsoft.com/office/drawing/2014/main" id="{1F477061-F9B8-6D85-F2CA-11E18D4606C4}"/>
              </a:ext>
            </a:extLst>
          </p:cNvPr>
          <p:cNvCxnSpPr>
            <a:cxnSpLocks/>
            <a:stCxn id="74" idx="3"/>
            <a:endCxn id="101" idx="1"/>
          </p:cNvCxnSpPr>
          <p:nvPr/>
        </p:nvCxnSpPr>
        <p:spPr>
          <a:xfrm>
            <a:off x="10312864" y="683782"/>
            <a:ext cx="764251" cy="496028"/>
          </a:xfrm>
          <a:prstGeom prst="bentConnector3">
            <a:avLst>
              <a:gd name="adj1" fmla="val 44018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CE68FDA-703A-5CB1-5F93-AAAE4EFE8EEC}"/>
              </a:ext>
            </a:extLst>
          </p:cNvPr>
          <p:cNvSpPr txBox="1"/>
          <p:nvPr/>
        </p:nvSpPr>
        <p:spPr>
          <a:xfrm>
            <a:off x="10331346" y="792112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A353E85-36D7-2F12-8E25-AD2CA85E8035}"/>
              </a:ext>
            </a:extLst>
          </p:cNvPr>
          <p:cNvSpPr/>
          <p:nvPr/>
        </p:nvSpPr>
        <p:spPr>
          <a:xfrm>
            <a:off x="7520764" y="1984964"/>
            <a:ext cx="3343527" cy="486467"/>
          </a:xfrm>
          <a:prstGeom prst="roundRect">
            <a:avLst>
              <a:gd name="adj" fmla="val 12245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ED8C80A-D79B-4F3C-CB45-82709C8A9F1E}"/>
              </a:ext>
            </a:extLst>
          </p:cNvPr>
          <p:cNvSpPr txBox="1"/>
          <p:nvPr/>
        </p:nvSpPr>
        <p:spPr>
          <a:xfrm>
            <a:off x="8116116" y="542836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(B,L,L)</a:t>
            </a:r>
            <a:endParaRPr lang="zh-CN" altLang="en-US" sz="1200" dirty="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326345FC-D458-6F91-5C14-31A76C9DFF8B}"/>
              </a:ext>
            </a:extLst>
          </p:cNvPr>
          <p:cNvSpPr txBox="1"/>
          <p:nvPr/>
        </p:nvSpPr>
        <p:spPr>
          <a:xfrm>
            <a:off x="11125950" y="130149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6A65FD3-1468-DFEA-0F75-0D84E9BDE8D2}"/>
              </a:ext>
            </a:extLst>
          </p:cNvPr>
          <p:cNvSpPr/>
          <p:nvPr/>
        </p:nvSpPr>
        <p:spPr>
          <a:xfrm>
            <a:off x="3299251" y="301317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050" dirty="0"/>
              <a:t>的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4D70534D-6BA6-8C0C-D793-2547045E5986}"/>
              </a:ext>
            </a:extLst>
          </p:cNvPr>
          <p:cNvSpPr/>
          <p:nvPr/>
        </p:nvSpPr>
        <p:spPr>
          <a:xfrm>
            <a:off x="3080742" y="301317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73A03874-F979-D9CB-0E4C-6A9138891BDF}"/>
              </a:ext>
            </a:extLst>
          </p:cNvPr>
          <p:cNvSpPr/>
          <p:nvPr/>
        </p:nvSpPr>
        <p:spPr>
          <a:xfrm>
            <a:off x="2867702" y="301317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114" name="矩形: 圆角 113">
            <a:extLst>
              <a:ext uri="{FF2B5EF4-FFF2-40B4-BE49-F238E27FC236}">
                <a16:creationId xmlns:a16="http://schemas.microsoft.com/office/drawing/2014/main" id="{09759D8D-36C3-6C0C-A80C-66AD359E23A1}"/>
              </a:ext>
            </a:extLst>
          </p:cNvPr>
          <p:cNvSpPr/>
          <p:nvPr/>
        </p:nvSpPr>
        <p:spPr>
          <a:xfrm>
            <a:off x="2654662" y="3019421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802538C0-25A1-AD71-70C8-3EABAFB16604}"/>
              </a:ext>
            </a:extLst>
          </p:cNvPr>
          <p:cNvSpPr/>
          <p:nvPr/>
        </p:nvSpPr>
        <p:spPr>
          <a:xfrm>
            <a:off x="2441622" y="301317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河</a:t>
            </a: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296585E7-3C7E-4330-8418-9D373E399EA7}"/>
              </a:ext>
            </a:extLst>
          </p:cNvPr>
          <p:cNvSpPr/>
          <p:nvPr/>
        </p:nvSpPr>
        <p:spPr>
          <a:xfrm rot="5400000">
            <a:off x="1200991" y="2610361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河</a:t>
            </a:r>
          </a:p>
        </p:txBody>
      </p: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AB65A13D-033E-44FF-2A60-AF1148F20D19}"/>
              </a:ext>
            </a:extLst>
          </p:cNvPr>
          <p:cNvSpPr/>
          <p:nvPr/>
        </p:nvSpPr>
        <p:spPr>
          <a:xfrm rot="5400000">
            <a:off x="1200991" y="2812632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123" name="矩形: 圆角 122">
            <a:extLst>
              <a:ext uri="{FF2B5EF4-FFF2-40B4-BE49-F238E27FC236}">
                <a16:creationId xmlns:a16="http://schemas.microsoft.com/office/drawing/2014/main" id="{936932E3-A2BF-5B21-ACB1-F03D78F94902}"/>
              </a:ext>
            </a:extLst>
          </p:cNvPr>
          <p:cNvSpPr/>
          <p:nvPr/>
        </p:nvSpPr>
        <p:spPr>
          <a:xfrm rot="5400000">
            <a:off x="1200991" y="3014857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5D86DB3F-7B73-1643-4EC9-F3EF2158B21E}"/>
              </a:ext>
            </a:extLst>
          </p:cNvPr>
          <p:cNvSpPr/>
          <p:nvPr/>
        </p:nvSpPr>
        <p:spPr>
          <a:xfrm rot="5400000">
            <a:off x="1200991" y="3217082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623078E7-7AC1-8BC9-7A0A-809F444DD23D}"/>
              </a:ext>
            </a:extLst>
          </p:cNvPr>
          <p:cNvSpPr/>
          <p:nvPr/>
        </p:nvSpPr>
        <p:spPr>
          <a:xfrm rot="5400000">
            <a:off x="1200991" y="3414610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的</a:t>
            </a:r>
          </a:p>
        </p:txBody>
      </p:sp>
      <p:sp>
        <p:nvSpPr>
          <p:cNvPr id="127" name="矩形: 圆角 126">
            <a:extLst>
              <a:ext uri="{FF2B5EF4-FFF2-40B4-BE49-F238E27FC236}">
                <a16:creationId xmlns:a16="http://schemas.microsoft.com/office/drawing/2014/main" id="{5C4C4F58-21B3-1E70-E09B-51021E3163C1}"/>
              </a:ext>
            </a:extLst>
          </p:cNvPr>
          <p:cNvSpPr/>
          <p:nvPr/>
        </p:nvSpPr>
        <p:spPr>
          <a:xfrm>
            <a:off x="880315" y="2821285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: 圆角 128">
            <a:extLst>
              <a:ext uri="{FF2B5EF4-FFF2-40B4-BE49-F238E27FC236}">
                <a16:creationId xmlns:a16="http://schemas.microsoft.com/office/drawing/2014/main" id="{59CB4EFE-000F-E8D5-6CBD-59AA1562EBB9}"/>
              </a:ext>
            </a:extLst>
          </p:cNvPr>
          <p:cNvSpPr/>
          <p:nvPr/>
        </p:nvSpPr>
        <p:spPr>
          <a:xfrm>
            <a:off x="2341582" y="2931637"/>
            <a:ext cx="1179553" cy="824669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: 圆角 134">
            <a:extLst>
              <a:ext uri="{FF2B5EF4-FFF2-40B4-BE49-F238E27FC236}">
                <a16:creationId xmlns:a16="http://schemas.microsoft.com/office/drawing/2014/main" id="{5CBB9065-ECCA-AF1D-CE85-46132470A96D}"/>
              </a:ext>
            </a:extLst>
          </p:cNvPr>
          <p:cNvSpPr/>
          <p:nvPr/>
        </p:nvSpPr>
        <p:spPr>
          <a:xfrm rot="5400000">
            <a:off x="4468215" y="2604489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河</a:t>
            </a:r>
          </a:p>
        </p:txBody>
      </p:sp>
      <p:sp>
        <p:nvSpPr>
          <p:cNvPr id="136" name="矩形: 圆角 135">
            <a:extLst>
              <a:ext uri="{FF2B5EF4-FFF2-40B4-BE49-F238E27FC236}">
                <a16:creationId xmlns:a16="http://schemas.microsoft.com/office/drawing/2014/main" id="{C2D70888-186E-CBA2-D9C1-6AB21DFD1DE7}"/>
              </a:ext>
            </a:extLst>
          </p:cNvPr>
          <p:cNvSpPr/>
          <p:nvPr/>
        </p:nvSpPr>
        <p:spPr>
          <a:xfrm rot="5400000">
            <a:off x="4468215" y="2806760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137" name="矩形: 圆角 136">
            <a:extLst>
              <a:ext uri="{FF2B5EF4-FFF2-40B4-BE49-F238E27FC236}">
                <a16:creationId xmlns:a16="http://schemas.microsoft.com/office/drawing/2014/main" id="{D662C14F-7A39-506A-F610-9A05EC98124C}"/>
              </a:ext>
            </a:extLst>
          </p:cNvPr>
          <p:cNvSpPr/>
          <p:nvPr/>
        </p:nvSpPr>
        <p:spPr>
          <a:xfrm rot="5400000">
            <a:off x="4468215" y="3008985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138" name="矩形: 圆角 137">
            <a:extLst>
              <a:ext uri="{FF2B5EF4-FFF2-40B4-BE49-F238E27FC236}">
                <a16:creationId xmlns:a16="http://schemas.microsoft.com/office/drawing/2014/main" id="{0579114F-F04E-61E0-A022-97D2AC8632DE}"/>
              </a:ext>
            </a:extLst>
          </p:cNvPr>
          <p:cNvSpPr/>
          <p:nvPr/>
        </p:nvSpPr>
        <p:spPr>
          <a:xfrm rot="5400000">
            <a:off x="4468215" y="3211210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139" name="矩形: 圆角 138">
            <a:extLst>
              <a:ext uri="{FF2B5EF4-FFF2-40B4-BE49-F238E27FC236}">
                <a16:creationId xmlns:a16="http://schemas.microsoft.com/office/drawing/2014/main" id="{66FEC83B-DFD6-5A69-8617-E7165FE85736}"/>
              </a:ext>
            </a:extLst>
          </p:cNvPr>
          <p:cNvSpPr/>
          <p:nvPr/>
        </p:nvSpPr>
        <p:spPr>
          <a:xfrm rot="5400000">
            <a:off x="4468215" y="340873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的</a:t>
            </a:r>
          </a:p>
        </p:txBody>
      </p:sp>
      <p:sp>
        <p:nvSpPr>
          <p:cNvPr id="141" name="矩形: 圆角 140">
            <a:extLst>
              <a:ext uri="{FF2B5EF4-FFF2-40B4-BE49-F238E27FC236}">
                <a16:creationId xmlns:a16="http://schemas.microsoft.com/office/drawing/2014/main" id="{D80E409F-CE1E-2538-2B24-F181D9DE1A20}"/>
              </a:ext>
            </a:extLst>
          </p:cNvPr>
          <p:cNvSpPr/>
          <p:nvPr/>
        </p:nvSpPr>
        <p:spPr>
          <a:xfrm>
            <a:off x="4147539" y="2815413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连接符: 肘形 144">
            <a:extLst>
              <a:ext uri="{FF2B5EF4-FFF2-40B4-BE49-F238E27FC236}">
                <a16:creationId xmlns:a16="http://schemas.microsoft.com/office/drawing/2014/main" id="{DB9F6E93-819C-6A4A-A966-0EF5D6F65B28}"/>
              </a:ext>
            </a:extLst>
          </p:cNvPr>
          <p:cNvCxnSpPr>
            <a:cxnSpLocks/>
            <a:stCxn id="181" idx="0"/>
            <a:endCxn id="127" idx="2"/>
          </p:cNvCxnSpPr>
          <p:nvPr/>
        </p:nvCxnSpPr>
        <p:spPr>
          <a:xfrm rot="16200000" flipV="1">
            <a:off x="1680657" y="3451056"/>
            <a:ext cx="830520" cy="16689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连接符: 肘形 147">
            <a:extLst>
              <a:ext uri="{FF2B5EF4-FFF2-40B4-BE49-F238E27FC236}">
                <a16:creationId xmlns:a16="http://schemas.microsoft.com/office/drawing/2014/main" id="{D2A64408-A194-84D6-49E9-13C7BA732458}"/>
              </a:ext>
            </a:extLst>
          </p:cNvPr>
          <p:cNvCxnSpPr>
            <a:cxnSpLocks/>
            <a:stCxn id="181" idx="0"/>
            <a:endCxn id="129" idx="2"/>
          </p:cNvCxnSpPr>
          <p:nvPr/>
        </p:nvCxnSpPr>
        <p:spPr>
          <a:xfrm rot="5400000" flipH="1" flipV="1">
            <a:off x="2458632" y="4228082"/>
            <a:ext cx="944502" cy="95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连接符: 肘形 155">
            <a:extLst>
              <a:ext uri="{FF2B5EF4-FFF2-40B4-BE49-F238E27FC236}">
                <a16:creationId xmlns:a16="http://schemas.microsoft.com/office/drawing/2014/main" id="{0831E79C-B13B-015A-7709-BD4142C49C18}"/>
              </a:ext>
            </a:extLst>
          </p:cNvPr>
          <p:cNvCxnSpPr>
            <a:cxnSpLocks/>
            <a:stCxn id="181" idx="0"/>
            <a:endCxn id="141" idx="2"/>
          </p:cNvCxnSpPr>
          <p:nvPr/>
        </p:nvCxnSpPr>
        <p:spPr>
          <a:xfrm rot="5400000" flipH="1" flipV="1">
            <a:off x="3311332" y="3483492"/>
            <a:ext cx="836392" cy="1598241"/>
          </a:xfrm>
          <a:prstGeom prst="bentConnector3">
            <a:avLst>
              <a:gd name="adj1" fmla="val 49999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937638F-CC90-0997-D375-A1E891F373DD}"/>
              </a:ext>
            </a:extLst>
          </p:cNvPr>
          <p:cNvSpPr txBox="1"/>
          <p:nvPr/>
        </p:nvSpPr>
        <p:spPr>
          <a:xfrm>
            <a:off x="2892570" y="3726805"/>
            <a:ext cx="5648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转置</a:t>
            </a:r>
          </a:p>
        </p:txBody>
      </p:sp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45E56C5E-6500-D7F7-7A5E-62DD128EE227}"/>
              </a:ext>
            </a:extLst>
          </p:cNvPr>
          <p:cNvGraphicFramePr>
            <a:graphicFrameLocks noGrp="1"/>
          </p:cNvGraphicFramePr>
          <p:nvPr/>
        </p:nvGraphicFramePr>
        <p:xfrm>
          <a:off x="1355653" y="387091"/>
          <a:ext cx="1292310" cy="1409496"/>
        </p:xfrm>
        <a:graphic>
          <a:graphicData uri="http://schemas.openxmlformats.org/drawingml/2006/table">
            <a:tbl>
              <a:tblPr firstRow="1" bandRow="1"/>
              <a:tblGrid>
                <a:gridCol w="215385">
                  <a:extLst>
                    <a:ext uri="{9D8B030D-6E8A-4147-A177-3AD203B41FA5}">
                      <a16:colId xmlns:a16="http://schemas.microsoft.com/office/drawing/2014/main" val="308978146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26279513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626858463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141386386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56948507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369762568"/>
                    </a:ext>
                  </a:extLst>
                </a:gridCol>
              </a:tblGrid>
              <a:tr h="228000">
                <a:tc>
                  <a:txBody>
                    <a:bodyPr/>
                    <a:lstStyle/>
                    <a:p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河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北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工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业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的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09112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河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/>
                        <a:t>0.4</a:t>
                      </a:r>
                      <a:endParaRPr lang="zh-CN" altLang="en-US" sz="8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746678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北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0755762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工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4911025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业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373920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的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770274"/>
                  </a:ext>
                </a:extLst>
              </a:tr>
            </a:tbl>
          </a:graphicData>
        </a:graphic>
      </p:graphicFrame>
      <p:sp>
        <p:nvSpPr>
          <p:cNvPr id="173" name="文本框 172">
            <a:extLst>
              <a:ext uri="{FF2B5EF4-FFF2-40B4-BE49-F238E27FC236}">
                <a16:creationId xmlns:a16="http://schemas.microsoft.com/office/drawing/2014/main" id="{69A885EC-0E7D-9507-B565-B19570E1B08E}"/>
              </a:ext>
            </a:extLst>
          </p:cNvPr>
          <p:cNvSpPr txBox="1"/>
          <p:nvPr/>
        </p:nvSpPr>
        <p:spPr>
          <a:xfrm>
            <a:off x="506282" y="3224484"/>
            <a:ext cx="372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A82C8A82-7617-B344-16D3-0941AC191996}"/>
              </a:ext>
            </a:extLst>
          </p:cNvPr>
          <p:cNvSpPr txBox="1"/>
          <p:nvPr/>
        </p:nvSpPr>
        <p:spPr>
          <a:xfrm>
            <a:off x="2032210" y="3198907"/>
            <a:ext cx="2972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B5A6ADCC-AE3E-559C-A275-9297AEC33D44}"/>
              </a:ext>
            </a:extLst>
          </p:cNvPr>
          <p:cNvSpPr txBox="1"/>
          <p:nvPr/>
        </p:nvSpPr>
        <p:spPr>
          <a:xfrm>
            <a:off x="3853117" y="3224484"/>
            <a:ext cx="2972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FA7B1E3D-5001-B997-B1F7-042E523FBA84}"/>
              </a:ext>
            </a:extLst>
          </p:cNvPr>
          <p:cNvSpPr/>
          <p:nvPr/>
        </p:nvSpPr>
        <p:spPr>
          <a:xfrm rot="5400000">
            <a:off x="2869974" y="4489884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河</a:t>
            </a:r>
          </a:p>
        </p:txBody>
      </p:sp>
      <p:sp>
        <p:nvSpPr>
          <p:cNvPr id="177" name="矩形: 圆角 176">
            <a:extLst>
              <a:ext uri="{FF2B5EF4-FFF2-40B4-BE49-F238E27FC236}">
                <a16:creationId xmlns:a16="http://schemas.microsoft.com/office/drawing/2014/main" id="{1C4B0295-45F1-60F8-C447-3F999B13A1C0}"/>
              </a:ext>
            </a:extLst>
          </p:cNvPr>
          <p:cNvSpPr/>
          <p:nvPr/>
        </p:nvSpPr>
        <p:spPr>
          <a:xfrm rot="5400000">
            <a:off x="2869974" y="4692155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E3C0A2C1-4459-8C27-695E-C00E079E345D}"/>
              </a:ext>
            </a:extLst>
          </p:cNvPr>
          <p:cNvSpPr/>
          <p:nvPr/>
        </p:nvSpPr>
        <p:spPr>
          <a:xfrm rot="5400000">
            <a:off x="2869974" y="4894380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179" name="矩形: 圆角 178">
            <a:extLst>
              <a:ext uri="{FF2B5EF4-FFF2-40B4-BE49-F238E27FC236}">
                <a16:creationId xmlns:a16="http://schemas.microsoft.com/office/drawing/2014/main" id="{24C92410-A7B5-D4B4-DD7F-D56FB0F0C013}"/>
              </a:ext>
            </a:extLst>
          </p:cNvPr>
          <p:cNvSpPr/>
          <p:nvPr/>
        </p:nvSpPr>
        <p:spPr>
          <a:xfrm rot="5400000">
            <a:off x="2869974" y="5096605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92849BE6-3C4D-96DB-2F03-6B915BB42066}"/>
              </a:ext>
            </a:extLst>
          </p:cNvPr>
          <p:cNvSpPr/>
          <p:nvPr/>
        </p:nvSpPr>
        <p:spPr>
          <a:xfrm rot="5400000">
            <a:off x="2869974" y="5294133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的</a:t>
            </a:r>
          </a:p>
        </p:txBody>
      </p:sp>
      <p:sp>
        <p:nvSpPr>
          <p:cNvPr id="181" name="矩形: 圆角 180">
            <a:extLst>
              <a:ext uri="{FF2B5EF4-FFF2-40B4-BE49-F238E27FC236}">
                <a16:creationId xmlns:a16="http://schemas.microsoft.com/office/drawing/2014/main" id="{DA87C695-73C4-0CF9-DD7D-5A3F05C35722}"/>
              </a:ext>
            </a:extLst>
          </p:cNvPr>
          <p:cNvSpPr/>
          <p:nvPr/>
        </p:nvSpPr>
        <p:spPr>
          <a:xfrm>
            <a:off x="2549298" y="4700808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3E264297-D206-DDED-7007-4A65BAC776B8}"/>
              </a:ext>
            </a:extLst>
          </p:cNvPr>
          <p:cNvSpPr txBox="1"/>
          <p:nvPr/>
        </p:nvSpPr>
        <p:spPr>
          <a:xfrm>
            <a:off x="6175606" y="2781477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(1,5,F)</a:t>
            </a:r>
            <a:endParaRPr lang="zh-CN" altLang="en-US" sz="1200" dirty="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3340BA4E-60A9-476E-9CE6-9AA6E43E19EA}"/>
              </a:ext>
            </a:extLst>
          </p:cNvPr>
          <p:cNvSpPr txBox="1"/>
          <p:nvPr/>
        </p:nvSpPr>
        <p:spPr>
          <a:xfrm>
            <a:off x="345383" y="3463201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(1,5,F)</a:t>
            </a:r>
            <a:endParaRPr lang="zh-CN" altLang="en-US" sz="1200" dirty="0"/>
          </a:p>
        </p:txBody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B2EA172A-6F9C-BD9E-73EF-CE07D88E0C83}"/>
              </a:ext>
            </a:extLst>
          </p:cNvPr>
          <p:cNvSpPr txBox="1"/>
          <p:nvPr/>
        </p:nvSpPr>
        <p:spPr>
          <a:xfrm>
            <a:off x="1810853" y="3437624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(1,F,5)</a:t>
            </a:r>
            <a:endParaRPr lang="zh-CN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798DDFF2-6EFE-EA7F-13A5-561533F57AB8}"/>
                  </a:ext>
                </a:extLst>
              </p:cNvPr>
              <p:cNvSpPr/>
              <p:nvPr/>
            </p:nvSpPr>
            <p:spPr>
              <a:xfrm>
                <a:off x="1728448" y="2280214"/>
                <a:ext cx="546721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798DDFF2-6EFE-EA7F-13A5-561533F57A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448" y="2280214"/>
                <a:ext cx="546721" cy="301499"/>
              </a:xfrm>
              <a:prstGeom prst="roundRect">
                <a:avLst/>
              </a:prstGeom>
              <a:blipFill>
                <a:blip r:embed="rId7"/>
                <a:stretch>
                  <a:fillRect l="-43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2CE4598B-7236-EA51-8ACE-56B4C597A2D6}"/>
              </a:ext>
            </a:extLst>
          </p:cNvPr>
          <p:cNvCxnSpPr>
            <a:cxnSpLocks/>
            <a:stCxn id="127" idx="0"/>
            <a:endCxn id="195" idx="1"/>
          </p:cNvCxnSpPr>
          <p:nvPr/>
        </p:nvCxnSpPr>
        <p:spPr>
          <a:xfrm rot="5400000" flipH="1" flipV="1">
            <a:off x="1299776" y="2392614"/>
            <a:ext cx="390321" cy="467023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77D80A1C-0727-FE2B-5AC2-910E6E5D5D7D}"/>
              </a:ext>
            </a:extLst>
          </p:cNvPr>
          <p:cNvCxnSpPr>
            <a:cxnSpLocks/>
            <a:stCxn id="129" idx="0"/>
            <a:endCxn id="195" idx="3"/>
          </p:cNvCxnSpPr>
          <p:nvPr/>
        </p:nvCxnSpPr>
        <p:spPr>
          <a:xfrm rot="16200000" flipV="1">
            <a:off x="2352928" y="2353206"/>
            <a:ext cx="500673" cy="656190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C434E2B7-CAE5-D3B0-9C1D-CAAFEE5D9B2D}"/>
              </a:ext>
            </a:extLst>
          </p:cNvPr>
          <p:cNvCxnSpPr>
            <a:cxnSpLocks/>
            <a:stCxn id="195" idx="0"/>
            <a:endCxn id="210" idx="2"/>
          </p:cNvCxnSpPr>
          <p:nvPr/>
        </p:nvCxnSpPr>
        <p:spPr>
          <a:xfrm rot="16200000" flipV="1">
            <a:off x="1834000" y="2112404"/>
            <a:ext cx="334748" cy="87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文本框 205">
            <a:extLst>
              <a:ext uri="{FF2B5EF4-FFF2-40B4-BE49-F238E27FC236}">
                <a16:creationId xmlns:a16="http://schemas.microsoft.com/office/drawing/2014/main" id="{0FDC2CD1-125A-77AD-C265-361408793173}"/>
              </a:ext>
            </a:extLst>
          </p:cNvPr>
          <p:cNvSpPr txBox="1"/>
          <p:nvPr/>
        </p:nvSpPr>
        <p:spPr>
          <a:xfrm>
            <a:off x="1608866" y="1997854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D1D6E7FD-C143-B95D-FBD1-0D0AC89B1BF6}"/>
              </a:ext>
            </a:extLst>
          </p:cNvPr>
          <p:cNvSpPr txBox="1"/>
          <p:nvPr/>
        </p:nvSpPr>
        <p:spPr>
          <a:xfrm>
            <a:off x="3633929" y="3463201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(1,5,F)</a:t>
            </a:r>
            <a:endParaRPr lang="zh-CN" altLang="en-US" sz="1200" dirty="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3546308F-C13D-8294-BFB9-8553F9664EF5}"/>
              </a:ext>
            </a:extLst>
          </p:cNvPr>
          <p:cNvSpPr txBox="1"/>
          <p:nvPr/>
        </p:nvSpPr>
        <p:spPr>
          <a:xfrm>
            <a:off x="1726545" y="2541915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(1,5,5)</a:t>
            </a:r>
            <a:endParaRPr lang="zh-CN" altLang="en-US" sz="1200" dirty="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B4F11A07-C8EA-9C53-36BF-799802FCE3F2}"/>
              </a:ext>
            </a:extLst>
          </p:cNvPr>
          <p:cNvSpPr txBox="1"/>
          <p:nvPr/>
        </p:nvSpPr>
        <p:spPr>
          <a:xfrm>
            <a:off x="935459" y="556774"/>
            <a:ext cx="37260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注意力矩阵</a:t>
            </a:r>
          </a:p>
        </p:txBody>
      </p:sp>
      <p:sp>
        <p:nvSpPr>
          <p:cNvPr id="216" name="矩形: 圆角 215">
            <a:extLst>
              <a:ext uri="{FF2B5EF4-FFF2-40B4-BE49-F238E27FC236}">
                <a16:creationId xmlns:a16="http://schemas.microsoft.com/office/drawing/2014/main" id="{E7BD8C8B-2F42-2D55-9B1A-CEEC271863BD}"/>
              </a:ext>
            </a:extLst>
          </p:cNvPr>
          <p:cNvSpPr/>
          <p:nvPr/>
        </p:nvSpPr>
        <p:spPr>
          <a:xfrm rot="5400000">
            <a:off x="6468453" y="1499462"/>
            <a:ext cx="133350" cy="66675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en-US" altLang="zh-CN" sz="650" dirty="0"/>
              <a:t>0.4</a:t>
            </a:r>
            <a:r>
              <a:rPr lang="zh-CN" altLang="en-US" sz="650" dirty="0"/>
              <a:t>河</a:t>
            </a:r>
            <a:r>
              <a:rPr lang="en-US" altLang="zh-CN" sz="650" dirty="0"/>
              <a:t>+0.2</a:t>
            </a:r>
            <a:r>
              <a:rPr lang="zh-CN" altLang="en-US" sz="650" dirty="0"/>
              <a:t>北</a:t>
            </a:r>
            <a:r>
              <a:rPr lang="en-US" altLang="zh-CN" sz="650" dirty="0"/>
              <a:t>+…</a:t>
            </a:r>
            <a:endParaRPr lang="zh-CN" altLang="en-US" sz="650" dirty="0"/>
          </a:p>
        </p:txBody>
      </p:sp>
      <p:sp>
        <p:nvSpPr>
          <p:cNvPr id="217" name="矩形: 圆角 216">
            <a:extLst>
              <a:ext uri="{FF2B5EF4-FFF2-40B4-BE49-F238E27FC236}">
                <a16:creationId xmlns:a16="http://schemas.microsoft.com/office/drawing/2014/main" id="{4AE703C0-B048-80FB-323E-5C97F3CF2C12}"/>
              </a:ext>
            </a:extLst>
          </p:cNvPr>
          <p:cNvSpPr/>
          <p:nvPr/>
        </p:nvSpPr>
        <p:spPr>
          <a:xfrm rot="5400000">
            <a:off x="6468453" y="1701733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218" name="矩形: 圆角 217">
            <a:extLst>
              <a:ext uri="{FF2B5EF4-FFF2-40B4-BE49-F238E27FC236}">
                <a16:creationId xmlns:a16="http://schemas.microsoft.com/office/drawing/2014/main" id="{B70B63BA-9DD3-22A7-FFFD-299B4701F98E}"/>
              </a:ext>
            </a:extLst>
          </p:cNvPr>
          <p:cNvSpPr/>
          <p:nvPr/>
        </p:nvSpPr>
        <p:spPr>
          <a:xfrm rot="5400000">
            <a:off x="6468453" y="190395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219" name="矩形: 圆角 218">
            <a:extLst>
              <a:ext uri="{FF2B5EF4-FFF2-40B4-BE49-F238E27FC236}">
                <a16:creationId xmlns:a16="http://schemas.microsoft.com/office/drawing/2014/main" id="{6E10F79E-BAA8-B888-5843-2841BFC73033}"/>
              </a:ext>
            </a:extLst>
          </p:cNvPr>
          <p:cNvSpPr/>
          <p:nvPr/>
        </p:nvSpPr>
        <p:spPr>
          <a:xfrm rot="5400000">
            <a:off x="6468453" y="2106183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220" name="矩形: 圆角 219">
            <a:extLst>
              <a:ext uri="{FF2B5EF4-FFF2-40B4-BE49-F238E27FC236}">
                <a16:creationId xmlns:a16="http://schemas.microsoft.com/office/drawing/2014/main" id="{315EE462-8AFA-CD23-AB1A-F69644E57603}"/>
              </a:ext>
            </a:extLst>
          </p:cNvPr>
          <p:cNvSpPr/>
          <p:nvPr/>
        </p:nvSpPr>
        <p:spPr>
          <a:xfrm rot="5400000">
            <a:off x="6468453" y="2303711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的</a:t>
            </a:r>
          </a:p>
        </p:txBody>
      </p:sp>
      <p:sp>
        <p:nvSpPr>
          <p:cNvPr id="221" name="矩形: 圆角 220">
            <a:extLst>
              <a:ext uri="{FF2B5EF4-FFF2-40B4-BE49-F238E27FC236}">
                <a16:creationId xmlns:a16="http://schemas.microsoft.com/office/drawing/2014/main" id="{B4F3ED74-8BBD-B613-4C0E-AD8241A40BE9}"/>
              </a:ext>
            </a:extLst>
          </p:cNvPr>
          <p:cNvSpPr/>
          <p:nvPr/>
        </p:nvSpPr>
        <p:spPr>
          <a:xfrm>
            <a:off x="6147777" y="1710386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7" name="连接符: 肘形 226">
            <a:extLst>
              <a:ext uri="{FF2B5EF4-FFF2-40B4-BE49-F238E27FC236}">
                <a16:creationId xmlns:a16="http://schemas.microsoft.com/office/drawing/2014/main" id="{5D7DE8DA-F4C7-0B58-D8CE-8D0BA5E4AABD}"/>
              </a:ext>
            </a:extLst>
          </p:cNvPr>
          <p:cNvCxnSpPr>
            <a:cxnSpLocks/>
            <a:stCxn id="210" idx="3"/>
            <a:endCxn id="276" idx="1"/>
          </p:cNvCxnSpPr>
          <p:nvPr/>
        </p:nvCxnSpPr>
        <p:spPr>
          <a:xfrm>
            <a:off x="2717094" y="1141551"/>
            <a:ext cx="986089" cy="109520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连接符: 肘形 231">
            <a:extLst>
              <a:ext uri="{FF2B5EF4-FFF2-40B4-BE49-F238E27FC236}">
                <a16:creationId xmlns:a16="http://schemas.microsoft.com/office/drawing/2014/main" id="{9CE88213-D9B6-AE0E-05E6-94AAB6AF6BC4}"/>
              </a:ext>
            </a:extLst>
          </p:cNvPr>
          <p:cNvCxnSpPr>
            <a:cxnSpLocks/>
            <a:stCxn id="141" idx="0"/>
            <a:endCxn id="276" idx="2"/>
          </p:cNvCxnSpPr>
          <p:nvPr/>
        </p:nvCxnSpPr>
        <p:spPr>
          <a:xfrm rot="16200000" flipV="1">
            <a:off x="4314456" y="2601219"/>
            <a:ext cx="427910" cy="47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连接符: 肘形 237">
            <a:extLst>
              <a:ext uri="{FF2B5EF4-FFF2-40B4-BE49-F238E27FC236}">
                <a16:creationId xmlns:a16="http://schemas.microsoft.com/office/drawing/2014/main" id="{37063812-82B0-7117-8B6A-901E25EF2D61}"/>
              </a:ext>
            </a:extLst>
          </p:cNvPr>
          <p:cNvCxnSpPr>
            <a:cxnSpLocks/>
            <a:stCxn id="276" idx="3"/>
            <a:endCxn id="221" idx="1"/>
          </p:cNvCxnSpPr>
          <p:nvPr/>
        </p:nvCxnSpPr>
        <p:spPr>
          <a:xfrm flipV="1">
            <a:off x="5353161" y="2234888"/>
            <a:ext cx="794616" cy="1866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文本框 240">
            <a:extLst>
              <a:ext uri="{FF2B5EF4-FFF2-40B4-BE49-F238E27FC236}">
                <a16:creationId xmlns:a16="http://schemas.microsoft.com/office/drawing/2014/main" id="{8E2CF966-E2BB-AC96-9041-219BE2C99127}"/>
              </a:ext>
            </a:extLst>
          </p:cNvPr>
          <p:cNvSpPr txBox="1"/>
          <p:nvPr/>
        </p:nvSpPr>
        <p:spPr>
          <a:xfrm>
            <a:off x="2771266" y="809583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(1,5,5)</a:t>
            </a:r>
            <a:endParaRPr lang="zh-CN" altLang="en-US" sz="1200" dirty="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9856C3C7-F295-1BF8-2E5C-9E8237961E3A}"/>
              </a:ext>
            </a:extLst>
          </p:cNvPr>
          <p:cNvSpPr txBox="1"/>
          <p:nvPr/>
        </p:nvSpPr>
        <p:spPr>
          <a:xfrm>
            <a:off x="2555887" y="4345034"/>
            <a:ext cx="7420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A3A47B4B-051D-1304-32B1-EDC90739D236}"/>
              </a:ext>
            </a:extLst>
          </p:cNvPr>
          <p:cNvSpPr txBox="1"/>
          <p:nvPr/>
        </p:nvSpPr>
        <p:spPr>
          <a:xfrm>
            <a:off x="5799394" y="1902678"/>
            <a:ext cx="3033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输出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A4A7779C-EDE2-2E17-E6C9-E5C1A8F36AAD}"/>
              </a:ext>
            </a:extLst>
          </p:cNvPr>
          <p:cNvSpPr txBox="1"/>
          <p:nvPr/>
        </p:nvSpPr>
        <p:spPr>
          <a:xfrm>
            <a:off x="2603264" y="578507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(1,5,F)</a:t>
            </a:r>
            <a:endParaRPr lang="zh-CN" altLang="en-US" sz="1200" dirty="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FD1B0851-793E-F0C7-A1AC-018956ECBD6B}"/>
              </a:ext>
            </a:extLst>
          </p:cNvPr>
          <p:cNvSpPr txBox="1"/>
          <p:nvPr/>
        </p:nvSpPr>
        <p:spPr>
          <a:xfrm>
            <a:off x="963047" y="3961924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5D67DA47-0A9A-FCA9-474D-046B09F9D899}"/>
              </a:ext>
            </a:extLst>
          </p:cNvPr>
          <p:cNvSpPr txBox="1"/>
          <p:nvPr/>
        </p:nvSpPr>
        <p:spPr>
          <a:xfrm>
            <a:off x="2633457" y="3955759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FD672C1A-E0D9-9D9A-30CE-86EE63E37FF2}"/>
              </a:ext>
            </a:extLst>
          </p:cNvPr>
          <p:cNvSpPr txBox="1"/>
          <p:nvPr/>
        </p:nvSpPr>
        <p:spPr>
          <a:xfrm>
            <a:off x="4208805" y="3972526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BAA0B95B-6D87-299D-C873-BDB19317ADE0}"/>
              </a:ext>
            </a:extLst>
          </p:cNvPr>
          <p:cNvSpPr txBox="1"/>
          <p:nvPr/>
        </p:nvSpPr>
        <p:spPr>
          <a:xfrm>
            <a:off x="5255273" y="1997853"/>
            <a:ext cx="605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DB231187-761F-8318-F733-CD5BA3A89DB5}"/>
                  </a:ext>
                </a:extLst>
              </p:cNvPr>
              <p:cNvSpPr/>
              <p:nvPr/>
            </p:nvSpPr>
            <p:spPr>
              <a:xfrm>
                <a:off x="3703183" y="2086004"/>
                <a:ext cx="1649978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2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S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𝑜𝑓𝑡𝑀𝑎𝑥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@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@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DB231187-761F-8318-F733-CD5BA3A89D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3183" y="2086004"/>
                <a:ext cx="1649978" cy="30149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9883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AA416-14A2-BC5C-5216-F81036CFD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858D73B2-468B-E8AC-785D-D03C063D8E66}"/>
              </a:ext>
            </a:extLst>
          </p:cNvPr>
          <p:cNvSpPr/>
          <p:nvPr/>
        </p:nvSpPr>
        <p:spPr>
          <a:xfrm>
            <a:off x="151236" y="247650"/>
            <a:ext cx="5789350" cy="4126602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A88BA5C7-AF65-6581-0B0A-4341E3FB6A9C}"/>
              </a:ext>
            </a:extLst>
          </p:cNvPr>
          <p:cNvSpPr/>
          <p:nvPr/>
        </p:nvSpPr>
        <p:spPr>
          <a:xfrm>
            <a:off x="1284781" y="337636"/>
            <a:ext cx="1432313" cy="1607830"/>
          </a:xfrm>
          <a:prstGeom prst="roundRect">
            <a:avLst>
              <a:gd name="adj" fmla="val 5718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2C245EA-8D58-7957-1FAE-740ADE3F6A36}"/>
              </a:ext>
            </a:extLst>
          </p:cNvPr>
          <p:cNvSpPr/>
          <p:nvPr/>
        </p:nvSpPr>
        <p:spPr>
          <a:xfrm>
            <a:off x="8102424" y="181425"/>
            <a:ext cx="2842260" cy="2736297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F41AA1C2-10AC-38BE-8D63-4A5166B2DEE3}"/>
                  </a:ext>
                </a:extLst>
              </p:cNvPr>
              <p:cNvSpPr/>
              <p:nvPr/>
            </p:nvSpPr>
            <p:spPr>
              <a:xfrm>
                <a:off x="8265960" y="2065339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F41AA1C2-10AC-38BE-8D63-4A5166B2DE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5960" y="2065339"/>
                <a:ext cx="546722" cy="301499"/>
              </a:xfrm>
              <a:prstGeom prst="roundRect">
                <a:avLst/>
              </a:prstGeom>
              <a:blipFill>
                <a:blip r:embed="rId2"/>
                <a:stretch>
                  <a:fillRect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AD70EB30-C088-B6D3-9858-BB40214C99B9}"/>
                  </a:ext>
                </a:extLst>
              </p:cNvPr>
              <p:cNvSpPr/>
              <p:nvPr/>
            </p:nvSpPr>
            <p:spPr>
              <a:xfrm>
                <a:off x="9237910" y="2065338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AD70EB30-C088-B6D3-9858-BB40214C99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910" y="2065338"/>
                <a:ext cx="546722" cy="30149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56FDB9E5-0C8A-98FF-54ED-34CF34024FC5}"/>
                  </a:ext>
                </a:extLst>
              </p:cNvPr>
              <p:cNvSpPr/>
              <p:nvPr/>
            </p:nvSpPr>
            <p:spPr>
              <a:xfrm>
                <a:off x="10209860" y="2065338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56FDB9E5-0C8A-98FF-54ED-34CF34024F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9860" y="2065338"/>
                <a:ext cx="546722" cy="30149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5C48D7A2-1FAA-A6F1-75AC-9E6EC08A0EA8}"/>
                  </a:ext>
                </a:extLst>
              </p:cNvPr>
              <p:cNvSpPr/>
              <p:nvPr/>
            </p:nvSpPr>
            <p:spPr>
              <a:xfrm>
                <a:off x="8763712" y="1320425"/>
                <a:ext cx="546721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5C48D7A2-1FAA-A6F1-75AC-9E6EC08A0E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3712" y="1320425"/>
                <a:ext cx="546721" cy="301499"/>
              </a:xfrm>
              <a:prstGeom prst="roundRect">
                <a:avLst/>
              </a:prstGeom>
              <a:blipFill>
                <a:blip r:embed="rId5"/>
                <a:stretch>
                  <a:fillRect l="-43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5E9C8378-9348-89D5-E6F5-B65EF1DCC323}"/>
              </a:ext>
            </a:extLst>
          </p:cNvPr>
          <p:cNvCxnSpPr>
            <a:cxnSpLocks/>
            <a:stCxn id="4" idx="0"/>
            <a:endCxn id="19" idx="1"/>
          </p:cNvCxnSpPr>
          <p:nvPr/>
        </p:nvCxnSpPr>
        <p:spPr>
          <a:xfrm rot="5400000" flipH="1" flipV="1">
            <a:off x="8354434" y="1656062"/>
            <a:ext cx="594164" cy="224391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E567BCAB-4CB4-A7B3-4940-5C381FA29BDB}"/>
              </a:ext>
            </a:extLst>
          </p:cNvPr>
          <p:cNvCxnSpPr>
            <a:cxnSpLocks/>
            <a:stCxn id="5" idx="0"/>
            <a:endCxn id="19" idx="3"/>
          </p:cNvCxnSpPr>
          <p:nvPr/>
        </p:nvCxnSpPr>
        <p:spPr>
          <a:xfrm rot="16200000" flipV="1">
            <a:off x="9113771" y="1667838"/>
            <a:ext cx="594163" cy="20083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876AB781-8586-E906-0D30-07DFF0944371}"/>
              </a:ext>
            </a:extLst>
          </p:cNvPr>
          <p:cNvCxnSpPr>
            <a:cxnSpLocks/>
            <a:stCxn id="6" idx="0"/>
            <a:endCxn id="74" idx="2"/>
          </p:cNvCxnSpPr>
          <p:nvPr/>
        </p:nvCxnSpPr>
        <p:spPr>
          <a:xfrm rot="16200000" flipV="1">
            <a:off x="9633926" y="1216043"/>
            <a:ext cx="1230807" cy="46778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A988EAAA-B877-7C67-94EA-2C82B03F397B}"/>
              </a:ext>
            </a:extLst>
          </p:cNvPr>
          <p:cNvSpPr/>
          <p:nvPr/>
        </p:nvSpPr>
        <p:spPr>
          <a:xfrm>
            <a:off x="9072666" y="3034351"/>
            <a:ext cx="875623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6E29FFD6-D1C7-4CD2-BD13-F61586F6999E}"/>
              </a:ext>
            </a:extLst>
          </p:cNvPr>
          <p:cNvCxnSpPr>
            <a:cxnSpLocks/>
            <a:stCxn id="52" idx="0"/>
            <a:endCxn id="4" idx="2"/>
          </p:cNvCxnSpPr>
          <p:nvPr/>
        </p:nvCxnSpPr>
        <p:spPr>
          <a:xfrm rot="16200000" flipV="1">
            <a:off x="8691144" y="2215016"/>
            <a:ext cx="667513" cy="971157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E416AA3E-925D-E766-9A2B-5E3F45070B04}"/>
              </a:ext>
            </a:extLst>
          </p:cNvPr>
          <p:cNvCxnSpPr>
            <a:cxnSpLocks/>
            <a:stCxn id="52" idx="0"/>
            <a:endCxn id="5" idx="2"/>
          </p:cNvCxnSpPr>
          <p:nvPr/>
        </p:nvCxnSpPr>
        <p:spPr>
          <a:xfrm rot="5400000" flipH="1" flipV="1">
            <a:off x="9177117" y="2700198"/>
            <a:ext cx="667514" cy="79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6BB8A113-978D-9116-FC14-B9F9FA244EE4}"/>
              </a:ext>
            </a:extLst>
          </p:cNvPr>
          <p:cNvCxnSpPr>
            <a:cxnSpLocks/>
            <a:stCxn id="52" idx="0"/>
            <a:endCxn id="6" idx="2"/>
          </p:cNvCxnSpPr>
          <p:nvPr/>
        </p:nvCxnSpPr>
        <p:spPr>
          <a:xfrm rot="5400000" flipH="1" flipV="1">
            <a:off x="9663092" y="2214223"/>
            <a:ext cx="667514" cy="972743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AD6239DB-28A6-1C1B-B561-AFA2BADE0338}"/>
              </a:ext>
            </a:extLst>
          </p:cNvPr>
          <p:cNvSpPr txBox="1"/>
          <p:nvPr/>
        </p:nvSpPr>
        <p:spPr>
          <a:xfrm>
            <a:off x="8226468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4745F2FC-271F-464C-53C9-C7B49A0ADF64}"/>
              </a:ext>
            </a:extLst>
          </p:cNvPr>
          <p:cNvSpPr txBox="1"/>
          <p:nvPr/>
        </p:nvSpPr>
        <p:spPr>
          <a:xfrm>
            <a:off x="9199432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495CC66-4FC9-88F3-915E-65354FB8D056}"/>
              </a:ext>
            </a:extLst>
          </p:cNvPr>
          <p:cNvSpPr txBox="1"/>
          <p:nvPr/>
        </p:nvSpPr>
        <p:spPr>
          <a:xfrm>
            <a:off x="10170588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371D2F1B-79E7-D089-396C-81CD31327346}"/>
              </a:ext>
            </a:extLst>
          </p:cNvPr>
          <p:cNvSpPr txBox="1"/>
          <p:nvPr/>
        </p:nvSpPr>
        <p:spPr>
          <a:xfrm>
            <a:off x="9154494" y="3290500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3A9851F8-09FE-6C77-ECB4-C19A12788395}"/>
              </a:ext>
            </a:extLst>
          </p:cNvPr>
          <p:cNvSpPr txBox="1"/>
          <p:nvPr/>
        </p:nvSpPr>
        <p:spPr>
          <a:xfrm>
            <a:off x="7468873" y="2077587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EF8551C-6978-00EC-2C68-EB02ECEFDE2A}"/>
              </a:ext>
            </a:extLst>
          </p:cNvPr>
          <p:cNvSpPr txBox="1"/>
          <p:nvPr/>
        </p:nvSpPr>
        <p:spPr>
          <a:xfrm>
            <a:off x="8681089" y="158310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(B,L,L)</a:t>
            </a:r>
            <a:endParaRPr lang="zh-CN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26C3AFC2-077E-CD24-1ED3-533DD637D11E}"/>
                  </a:ext>
                </a:extLst>
              </p:cNvPr>
              <p:cNvSpPr/>
              <p:nvPr/>
            </p:nvSpPr>
            <p:spPr>
              <a:xfrm>
                <a:off x="9718009" y="533032"/>
                <a:ext cx="594855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𝐴𝑀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@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26C3AFC2-077E-CD24-1ED3-533DD637D1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8009" y="533032"/>
                <a:ext cx="594855" cy="301499"/>
              </a:xfrm>
              <a:prstGeom prst="roundRect">
                <a:avLst/>
              </a:prstGeom>
              <a:blipFill>
                <a:blip r:embed="rId6"/>
                <a:stretch>
                  <a:fillRect l="-1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38EE9C1A-B3DA-C1D3-5702-391774BCE1ED}"/>
              </a:ext>
            </a:extLst>
          </p:cNvPr>
          <p:cNvCxnSpPr>
            <a:cxnSpLocks/>
            <a:stCxn id="19" idx="0"/>
            <a:endCxn id="85" idx="2"/>
          </p:cNvCxnSpPr>
          <p:nvPr/>
        </p:nvCxnSpPr>
        <p:spPr>
          <a:xfrm flipH="1" flipV="1">
            <a:off x="9037072" y="853725"/>
            <a:ext cx="1" cy="4667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6C61F8AA-C9EB-9648-352A-7491B8F19D3F}"/>
              </a:ext>
            </a:extLst>
          </p:cNvPr>
          <p:cNvSpPr txBox="1"/>
          <p:nvPr/>
        </p:nvSpPr>
        <p:spPr>
          <a:xfrm>
            <a:off x="8639673" y="944695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CB82914B-9475-FB66-8B29-5176DA6D3B86}"/>
              </a:ext>
            </a:extLst>
          </p:cNvPr>
          <p:cNvSpPr/>
          <p:nvPr/>
        </p:nvSpPr>
        <p:spPr>
          <a:xfrm>
            <a:off x="8778283" y="513840"/>
            <a:ext cx="517578" cy="339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Att. </a:t>
            </a:r>
          </a:p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77BE810D-8D44-10ED-1D0D-8973FED11937}"/>
              </a:ext>
            </a:extLst>
          </p:cNvPr>
          <p:cNvCxnSpPr>
            <a:cxnSpLocks/>
            <a:stCxn id="85" idx="3"/>
            <a:endCxn id="74" idx="1"/>
          </p:cNvCxnSpPr>
          <p:nvPr/>
        </p:nvCxnSpPr>
        <p:spPr>
          <a:xfrm flipV="1">
            <a:off x="9295861" y="683782"/>
            <a:ext cx="422148" cy="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6F2B4E62-C5ED-2C79-0035-EA0C018EBFC4}"/>
              </a:ext>
            </a:extLst>
          </p:cNvPr>
          <p:cNvSpPr/>
          <p:nvPr/>
        </p:nvSpPr>
        <p:spPr>
          <a:xfrm>
            <a:off x="11077115" y="1029060"/>
            <a:ext cx="774842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连接符: 肘形 101">
            <a:extLst>
              <a:ext uri="{FF2B5EF4-FFF2-40B4-BE49-F238E27FC236}">
                <a16:creationId xmlns:a16="http://schemas.microsoft.com/office/drawing/2014/main" id="{D0205A57-F873-FE76-A8B4-9415FF550B56}"/>
              </a:ext>
            </a:extLst>
          </p:cNvPr>
          <p:cNvCxnSpPr>
            <a:cxnSpLocks/>
            <a:stCxn id="74" idx="3"/>
            <a:endCxn id="101" idx="1"/>
          </p:cNvCxnSpPr>
          <p:nvPr/>
        </p:nvCxnSpPr>
        <p:spPr>
          <a:xfrm>
            <a:off x="10312864" y="683782"/>
            <a:ext cx="764251" cy="496028"/>
          </a:xfrm>
          <a:prstGeom prst="bentConnector3">
            <a:avLst>
              <a:gd name="adj1" fmla="val 44018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3726ACCD-3467-5777-1220-5B0C065CB068}"/>
              </a:ext>
            </a:extLst>
          </p:cNvPr>
          <p:cNvSpPr txBox="1"/>
          <p:nvPr/>
        </p:nvSpPr>
        <p:spPr>
          <a:xfrm>
            <a:off x="10331346" y="792112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1D92CD39-56C4-6E37-0083-35A79A78B0E4}"/>
              </a:ext>
            </a:extLst>
          </p:cNvPr>
          <p:cNvSpPr/>
          <p:nvPr/>
        </p:nvSpPr>
        <p:spPr>
          <a:xfrm>
            <a:off x="7520764" y="1984964"/>
            <a:ext cx="3343527" cy="486467"/>
          </a:xfrm>
          <a:prstGeom prst="roundRect">
            <a:avLst>
              <a:gd name="adj" fmla="val 12245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B83D4EF-7204-D868-397D-78AFA2784284}"/>
              </a:ext>
            </a:extLst>
          </p:cNvPr>
          <p:cNvSpPr txBox="1"/>
          <p:nvPr/>
        </p:nvSpPr>
        <p:spPr>
          <a:xfrm>
            <a:off x="8116116" y="542836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(B,L,L)</a:t>
            </a:r>
            <a:endParaRPr lang="zh-CN" altLang="en-US" sz="1200" dirty="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CD47E7B-0EEA-0BA9-AB8E-06A26975FFF3}"/>
              </a:ext>
            </a:extLst>
          </p:cNvPr>
          <p:cNvSpPr txBox="1"/>
          <p:nvPr/>
        </p:nvSpPr>
        <p:spPr>
          <a:xfrm>
            <a:off x="11125950" y="130149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C494A53-F290-0528-BC04-F75EF7F8FCAA}"/>
              </a:ext>
            </a:extLst>
          </p:cNvPr>
          <p:cNvSpPr/>
          <p:nvPr/>
        </p:nvSpPr>
        <p:spPr>
          <a:xfrm>
            <a:off x="3299251" y="3013178"/>
            <a:ext cx="133350" cy="31642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050" dirty="0"/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94F88707-3B6A-9D28-9A4B-2F9CAE0E7E94}"/>
              </a:ext>
            </a:extLst>
          </p:cNvPr>
          <p:cNvSpPr/>
          <p:nvPr/>
        </p:nvSpPr>
        <p:spPr>
          <a:xfrm>
            <a:off x="3080742" y="3013178"/>
            <a:ext cx="133350" cy="31642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D2837419-A0CF-B68C-B332-5419A9014756}"/>
              </a:ext>
            </a:extLst>
          </p:cNvPr>
          <p:cNvSpPr/>
          <p:nvPr/>
        </p:nvSpPr>
        <p:spPr>
          <a:xfrm>
            <a:off x="2867702" y="3013178"/>
            <a:ext cx="133350" cy="31642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4" name="矩形: 圆角 113">
            <a:extLst>
              <a:ext uri="{FF2B5EF4-FFF2-40B4-BE49-F238E27FC236}">
                <a16:creationId xmlns:a16="http://schemas.microsoft.com/office/drawing/2014/main" id="{3C763B56-20B3-04C0-2396-9D93BA19263D}"/>
              </a:ext>
            </a:extLst>
          </p:cNvPr>
          <p:cNvSpPr/>
          <p:nvPr/>
        </p:nvSpPr>
        <p:spPr>
          <a:xfrm>
            <a:off x="2654662" y="3019422"/>
            <a:ext cx="133350" cy="31018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E7B02A13-671E-0962-CECE-CFE4E77D08FC}"/>
              </a:ext>
            </a:extLst>
          </p:cNvPr>
          <p:cNvSpPr/>
          <p:nvPr/>
        </p:nvSpPr>
        <p:spPr>
          <a:xfrm>
            <a:off x="2441622" y="3013178"/>
            <a:ext cx="133350" cy="31642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71B21B8-7B53-3492-6672-1F45EC10A5E4}"/>
              </a:ext>
            </a:extLst>
          </p:cNvPr>
          <p:cNvSpPr/>
          <p:nvPr/>
        </p:nvSpPr>
        <p:spPr>
          <a:xfrm rot="5400000">
            <a:off x="1024128" y="2787223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3948DEBD-64B5-DBA6-3CF2-6431BA8E2862}"/>
              </a:ext>
            </a:extLst>
          </p:cNvPr>
          <p:cNvSpPr/>
          <p:nvPr/>
        </p:nvSpPr>
        <p:spPr>
          <a:xfrm rot="5400000">
            <a:off x="1024129" y="2989494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3" name="矩形: 圆角 122">
            <a:extLst>
              <a:ext uri="{FF2B5EF4-FFF2-40B4-BE49-F238E27FC236}">
                <a16:creationId xmlns:a16="http://schemas.microsoft.com/office/drawing/2014/main" id="{17BEF699-2D57-69C0-4BAA-3BABBABCD0DC}"/>
              </a:ext>
            </a:extLst>
          </p:cNvPr>
          <p:cNvSpPr/>
          <p:nvPr/>
        </p:nvSpPr>
        <p:spPr>
          <a:xfrm rot="5400000">
            <a:off x="1024129" y="3191719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CA21E280-8A29-060A-37CB-AFF775AD1661}"/>
              </a:ext>
            </a:extLst>
          </p:cNvPr>
          <p:cNvSpPr/>
          <p:nvPr/>
        </p:nvSpPr>
        <p:spPr>
          <a:xfrm rot="5400000">
            <a:off x="1024129" y="3393944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E4EB854E-B4F6-E9CD-4E24-20DE76128F01}"/>
              </a:ext>
            </a:extLst>
          </p:cNvPr>
          <p:cNvSpPr/>
          <p:nvPr/>
        </p:nvSpPr>
        <p:spPr>
          <a:xfrm rot="5400000">
            <a:off x="1024129" y="3591472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7" name="矩形: 圆角 126">
            <a:extLst>
              <a:ext uri="{FF2B5EF4-FFF2-40B4-BE49-F238E27FC236}">
                <a16:creationId xmlns:a16="http://schemas.microsoft.com/office/drawing/2014/main" id="{2C78AB69-4040-892B-4372-31FE79764F76}"/>
              </a:ext>
            </a:extLst>
          </p:cNvPr>
          <p:cNvSpPr/>
          <p:nvPr/>
        </p:nvSpPr>
        <p:spPr>
          <a:xfrm>
            <a:off x="880315" y="2821285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: 圆角 128">
            <a:extLst>
              <a:ext uri="{FF2B5EF4-FFF2-40B4-BE49-F238E27FC236}">
                <a16:creationId xmlns:a16="http://schemas.microsoft.com/office/drawing/2014/main" id="{4E10E05C-ADBD-8F64-80C5-22C46CD8DBE7}"/>
              </a:ext>
            </a:extLst>
          </p:cNvPr>
          <p:cNvSpPr/>
          <p:nvPr/>
        </p:nvSpPr>
        <p:spPr>
          <a:xfrm>
            <a:off x="2341582" y="2931637"/>
            <a:ext cx="1179553" cy="824669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: 圆角 140">
            <a:extLst>
              <a:ext uri="{FF2B5EF4-FFF2-40B4-BE49-F238E27FC236}">
                <a16:creationId xmlns:a16="http://schemas.microsoft.com/office/drawing/2014/main" id="{499B7A2A-DFC0-636D-89B0-B12F38AA273A}"/>
              </a:ext>
            </a:extLst>
          </p:cNvPr>
          <p:cNvSpPr/>
          <p:nvPr/>
        </p:nvSpPr>
        <p:spPr>
          <a:xfrm>
            <a:off x="4198691" y="2815413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连接符: 肘形 144">
            <a:extLst>
              <a:ext uri="{FF2B5EF4-FFF2-40B4-BE49-F238E27FC236}">
                <a16:creationId xmlns:a16="http://schemas.microsoft.com/office/drawing/2014/main" id="{279A4C25-5611-E205-21A9-7ACE3764904E}"/>
              </a:ext>
            </a:extLst>
          </p:cNvPr>
          <p:cNvCxnSpPr>
            <a:cxnSpLocks/>
            <a:stCxn id="181" idx="0"/>
            <a:endCxn id="127" idx="2"/>
          </p:cNvCxnSpPr>
          <p:nvPr/>
        </p:nvCxnSpPr>
        <p:spPr>
          <a:xfrm rot="16200000" flipV="1">
            <a:off x="1680657" y="3451056"/>
            <a:ext cx="830520" cy="16689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连接符: 肘形 147">
            <a:extLst>
              <a:ext uri="{FF2B5EF4-FFF2-40B4-BE49-F238E27FC236}">
                <a16:creationId xmlns:a16="http://schemas.microsoft.com/office/drawing/2014/main" id="{B615D311-A2EA-23D7-044E-42BBCB2DDA54}"/>
              </a:ext>
            </a:extLst>
          </p:cNvPr>
          <p:cNvCxnSpPr>
            <a:cxnSpLocks/>
            <a:stCxn id="181" idx="0"/>
            <a:endCxn id="129" idx="2"/>
          </p:cNvCxnSpPr>
          <p:nvPr/>
        </p:nvCxnSpPr>
        <p:spPr>
          <a:xfrm rot="5400000" flipH="1" flipV="1">
            <a:off x="2458632" y="4228082"/>
            <a:ext cx="944502" cy="95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连接符: 肘形 155">
            <a:extLst>
              <a:ext uri="{FF2B5EF4-FFF2-40B4-BE49-F238E27FC236}">
                <a16:creationId xmlns:a16="http://schemas.microsoft.com/office/drawing/2014/main" id="{EDCEF0E1-D335-1ADB-A62B-6C1BF22C535E}"/>
              </a:ext>
            </a:extLst>
          </p:cNvPr>
          <p:cNvCxnSpPr>
            <a:cxnSpLocks/>
            <a:stCxn id="181" idx="0"/>
            <a:endCxn id="141" idx="2"/>
          </p:cNvCxnSpPr>
          <p:nvPr/>
        </p:nvCxnSpPr>
        <p:spPr>
          <a:xfrm rot="5400000" flipH="1" flipV="1">
            <a:off x="3336908" y="3457916"/>
            <a:ext cx="836392" cy="164939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9379CB6-9F42-7848-D712-5F0ED2368701}"/>
              </a:ext>
            </a:extLst>
          </p:cNvPr>
          <p:cNvSpPr txBox="1"/>
          <p:nvPr/>
        </p:nvSpPr>
        <p:spPr>
          <a:xfrm>
            <a:off x="2892570" y="3726805"/>
            <a:ext cx="5648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转置</a:t>
            </a:r>
          </a:p>
        </p:txBody>
      </p:sp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F76C126E-E79C-61F7-B32D-C6153C122764}"/>
              </a:ext>
            </a:extLst>
          </p:cNvPr>
          <p:cNvGraphicFramePr>
            <a:graphicFrameLocks noGrp="1"/>
          </p:cNvGraphicFramePr>
          <p:nvPr/>
        </p:nvGraphicFramePr>
        <p:xfrm>
          <a:off x="1355653" y="387091"/>
          <a:ext cx="1292310" cy="1409496"/>
        </p:xfrm>
        <a:graphic>
          <a:graphicData uri="http://schemas.openxmlformats.org/drawingml/2006/table">
            <a:tbl>
              <a:tblPr firstRow="1" bandRow="1"/>
              <a:tblGrid>
                <a:gridCol w="215385">
                  <a:extLst>
                    <a:ext uri="{9D8B030D-6E8A-4147-A177-3AD203B41FA5}">
                      <a16:colId xmlns:a16="http://schemas.microsoft.com/office/drawing/2014/main" val="308978146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26279513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626858463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141386386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56948507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369762568"/>
                    </a:ext>
                  </a:extLst>
                </a:gridCol>
              </a:tblGrid>
              <a:tr h="228000">
                <a:tc>
                  <a:txBody>
                    <a:bodyPr/>
                    <a:lstStyle/>
                    <a:p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河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北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工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业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的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09112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河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/>
                        <a:t>0.4</a:t>
                      </a:r>
                      <a:endParaRPr lang="zh-CN" altLang="en-US" sz="8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746678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北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0755762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工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4911025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业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373920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的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770274"/>
                  </a:ext>
                </a:extLst>
              </a:tr>
            </a:tbl>
          </a:graphicData>
        </a:graphic>
      </p:graphicFrame>
      <p:sp>
        <p:nvSpPr>
          <p:cNvPr id="173" name="文本框 172">
            <a:extLst>
              <a:ext uri="{FF2B5EF4-FFF2-40B4-BE49-F238E27FC236}">
                <a16:creationId xmlns:a16="http://schemas.microsoft.com/office/drawing/2014/main" id="{41A06004-31E2-C36A-CC1E-819097CFA918}"/>
              </a:ext>
            </a:extLst>
          </p:cNvPr>
          <p:cNvSpPr txBox="1"/>
          <p:nvPr/>
        </p:nvSpPr>
        <p:spPr>
          <a:xfrm>
            <a:off x="506282" y="3224484"/>
            <a:ext cx="372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3B633BC4-AB6A-C4B8-7795-354874F14E88}"/>
              </a:ext>
            </a:extLst>
          </p:cNvPr>
          <p:cNvSpPr txBox="1"/>
          <p:nvPr/>
        </p:nvSpPr>
        <p:spPr>
          <a:xfrm>
            <a:off x="2032210" y="3198907"/>
            <a:ext cx="2972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138C6B0F-DA60-806B-8841-2EBBECC58C29}"/>
              </a:ext>
            </a:extLst>
          </p:cNvPr>
          <p:cNvSpPr txBox="1"/>
          <p:nvPr/>
        </p:nvSpPr>
        <p:spPr>
          <a:xfrm>
            <a:off x="3904269" y="3224484"/>
            <a:ext cx="2972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9D25D696-4AF4-E7A4-5028-1B0AE4E230C7}"/>
              </a:ext>
            </a:extLst>
          </p:cNvPr>
          <p:cNvSpPr/>
          <p:nvPr/>
        </p:nvSpPr>
        <p:spPr>
          <a:xfrm rot="5400000">
            <a:off x="2869974" y="4489884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河</a:t>
            </a:r>
          </a:p>
        </p:txBody>
      </p:sp>
      <p:sp>
        <p:nvSpPr>
          <p:cNvPr id="177" name="矩形: 圆角 176">
            <a:extLst>
              <a:ext uri="{FF2B5EF4-FFF2-40B4-BE49-F238E27FC236}">
                <a16:creationId xmlns:a16="http://schemas.microsoft.com/office/drawing/2014/main" id="{123286E2-60E8-6C56-178E-6DF6D850EA6B}"/>
              </a:ext>
            </a:extLst>
          </p:cNvPr>
          <p:cNvSpPr/>
          <p:nvPr/>
        </p:nvSpPr>
        <p:spPr>
          <a:xfrm rot="5400000">
            <a:off x="2869974" y="4692155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4F6EE5DD-37A9-C851-EF1A-5EB94B9A0EEF}"/>
              </a:ext>
            </a:extLst>
          </p:cNvPr>
          <p:cNvSpPr/>
          <p:nvPr/>
        </p:nvSpPr>
        <p:spPr>
          <a:xfrm rot="5400000">
            <a:off x="2869974" y="4894380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179" name="矩形: 圆角 178">
            <a:extLst>
              <a:ext uri="{FF2B5EF4-FFF2-40B4-BE49-F238E27FC236}">
                <a16:creationId xmlns:a16="http://schemas.microsoft.com/office/drawing/2014/main" id="{35381665-D303-FDA9-4F73-D5ABD1F45A7F}"/>
              </a:ext>
            </a:extLst>
          </p:cNvPr>
          <p:cNvSpPr/>
          <p:nvPr/>
        </p:nvSpPr>
        <p:spPr>
          <a:xfrm rot="5400000">
            <a:off x="2869974" y="5096605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0118EDB9-5E50-DECE-B4F9-1CCEF9D633AA}"/>
              </a:ext>
            </a:extLst>
          </p:cNvPr>
          <p:cNvSpPr/>
          <p:nvPr/>
        </p:nvSpPr>
        <p:spPr>
          <a:xfrm rot="5400000">
            <a:off x="2869974" y="5294133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的</a:t>
            </a:r>
          </a:p>
        </p:txBody>
      </p:sp>
      <p:sp>
        <p:nvSpPr>
          <p:cNvPr id="181" name="矩形: 圆角 180">
            <a:extLst>
              <a:ext uri="{FF2B5EF4-FFF2-40B4-BE49-F238E27FC236}">
                <a16:creationId xmlns:a16="http://schemas.microsoft.com/office/drawing/2014/main" id="{47FF3224-96A4-25C0-F2DD-508B8832F744}"/>
              </a:ext>
            </a:extLst>
          </p:cNvPr>
          <p:cNvSpPr/>
          <p:nvPr/>
        </p:nvSpPr>
        <p:spPr>
          <a:xfrm>
            <a:off x="2549298" y="4700808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9E3384F7-77CE-D018-BE2A-AAA012A2AB48}"/>
              </a:ext>
            </a:extLst>
          </p:cNvPr>
          <p:cNvSpPr txBox="1"/>
          <p:nvPr/>
        </p:nvSpPr>
        <p:spPr>
          <a:xfrm>
            <a:off x="6321656" y="2781477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4746662E-C176-5E67-9485-7C0117F58787}"/>
              </a:ext>
            </a:extLst>
          </p:cNvPr>
          <p:cNvSpPr txBox="1"/>
          <p:nvPr/>
        </p:nvSpPr>
        <p:spPr>
          <a:xfrm>
            <a:off x="151236" y="3463201"/>
            <a:ext cx="79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(2, 5, F/2)</a:t>
            </a:r>
            <a:endParaRPr lang="zh-CN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93B790C1-7760-D59B-34DC-B35BC968E294}"/>
                  </a:ext>
                </a:extLst>
              </p:cNvPr>
              <p:cNvSpPr/>
              <p:nvPr/>
            </p:nvSpPr>
            <p:spPr>
              <a:xfrm>
                <a:off x="1728448" y="2280214"/>
                <a:ext cx="546721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93B790C1-7760-D59B-34DC-B35BC968E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448" y="2280214"/>
                <a:ext cx="546721" cy="301499"/>
              </a:xfrm>
              <a:prstGeom prst="roundRect">
                <a:avLst/>
              </a:prstGeom>
              <a:blipFill>
                <a:blip r:embed="rId7"/>
                <a:stretch>
                  <a:fillRect l="-43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0DC1336D-5881-E72D-0227-84D595FBDB43}"/>
              </a:ext>
            </a:extLst>
          </p:cNvPr>
          <p:cNvCxnSpPr>
            <a:cxnSpLocks/>
            <a:stCxn id="127" idx="0"/>
            <a:endCxn id="195" idx="1"/>
          </p:cNvCxnSpPr>
          <p:nvPr/>
        </p:nvCxnSpPr>
        <p:spPr>
          <a:xfrm rot="5400000" flipH="1" flipV="1">
            <a:off x="1299776" y="2392614"/>
            <a:ext cx="390321" cy="467023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C1AEB44D-6BA9-AB68-31CB-131749562BBF}"/>
              </a:ext>
            </a:extLst>
          </p:cNvPr>
          <p:cNvCxnSpPr>
            <a:cxnSpLocks/>
            <a:stCxn id="129" idx="0"/>
            <a:endCxn id="195" idx="3"/>
          </p:cNvCxnSpPr>
          <p:nvPr/>
        </p:nvCxnSpPr>
        <p:spPr>
          <a:xfrm rot="16200000" flipV="1">
            <a:off x="2352928" y="2353206"/>
            <a:ext cx="500673" cy="656190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6A2FB533-43B5-2FB2-BF6E-DDD6ED98CC57}"/>
              </a:ext>
            </a:extLst>
          </p:cNvPr>
          <p:cNvCxnSpPr>
            <a:cxnSpLocks/>
            <a:stCxn id="195" idx="0"/>
            <a:endCxn id="210" idx="2"/>
          </p:cNvCxnSpPr>
          <p:nvPr/>
        </p:nvCxnSpPr>
        <p:spPr>
          <a:xfrm rot="16200000" flipV="1">
            <a:off x="1834000" y="2112404"/>
            <a:ext cx="334748" cy="87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文本框 205">
            <a:extLst>
              <a:ext uri="{FF2B5EF4-FFF2-40B4-BE49-F238E27FC236}">
                <a16:creationId xmlns:a16="http://schemas.microsoft.com/office/drawing/2014/main" id="{6E479362-E75D-AC05-E515-A83A441B0625}"/>
              </a:ext>
            </a:extLst>
          </p:cNvPr>
          <p:cNvSpPr txBox="1"/>
          <p:nvPr/>
        </p:nvSpPr>
        <p:spPr>
          <a:xfrm>
            <a:off x="1608866" y="1997854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14B7926C-653A-A329-73B9-A8C3B31ED02B}"/>
              </a:ext>
            </a:extLst>
          </p:cNvPr>
          <p:cNvSpPr txBox="1"/>
          <p:nvPr/>
        </p:nvSpPr>
        <p:spPr>
          <a:xfrm>
            <a:off x="1726545" y="2541915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(2,5,5)</a:t>
            </a:r>
            <a:endParaRPr lang="zh-CN" altLang="en-US" sz="1200" dirty="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E06952F2-0399-25C6-F97A-E5AD9004F050}"/>
              </a:ext>
            </a:extLst>
          </p:cNvPr>
          <p:cNvSpPr txBox="1"/>
          <p:nvPr/>
        </p:nvSpPr>
        <p:spPr>
          <a:xfrm>
            <a:off x="935459" y="556774"/>
            <a:ext cx="37260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注意力矩阵</a:t>
            </a:r>
          </a:p>
        </p:txBody>
      </p:sp>
      <p:sp>
        <p:nvSpPr>
          <p:cNvPr id="221" name="矩形: 圆角 220">
            <a:extLst>
              <a:ext uri="{FF2B5EF4-FFF2-40B4-BE49-F238E27FC236}">
                <a16:creationId xmlns:a16="http://schemas.microsoft.com/office/drawing/2014/main" id="{AAEA1F44-3EE1-29E9-527B-1AD310020CA1}"/>
              </a:ext>
            </a:extLst>
          </p:cNvPr>
          <p:cNvSpPr/>
          <p:nvPr/>
        </p:nvSpPr>
        <p:spPr>
          <a:xfrm>
            <a:off x="6293827" y="1710386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7" name="连接符: 肘形 226">
            <a:extLst>
              <a:ext uri="{FF2B5EF4-FFF2-40B4-BE49-F238E27FC236}">
                <a16:creationId xmlns:a16="http://schemas.microsoft.com/office/drawing/2014/main" id="{284D59DE-83B3-16DB-71AF-B452790398E7}"/>
              </a:ext>
            </a:extLst>
          </p:cNvPr>
          <p:cNvCxnSpPr>
            <a:cxnSpLocks/>
            <a:stCxn id="210" idx="3"/>
            <a:endCxn id="276" idx="1"/>
          </p:cNvCxnSpPr>
          <p:nvPr/>
        </p:nvCxnSpPr>
        <p:spPr>
          <a:xfrm>
            <a:off x="2717094" y="1141551"/>
            <a:ext cx="1037241" cy="109520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连接符: 肘形 231">
            <a:extLst>
              <a:ext uri="{FF2B5EF4-FFF2-40B4-BE49-F238E27FC236}">
                <a16:creationId xmlns:a16="http://schemas.microsoft.com/office/drawing/2014/main" id="{B684979E-0D58-AE73-17C5-3C7CD9AF3427}"/>
              </a:ext>
            </a:extLst>
          </p:cNvPr>
          <p:cNvCxnSpPr>
            <a:cxnSpLocks/>
            <a:stCxn id="141" idx="0"/>
            <a:endCxn id="276" idx="2"/>
          </p:cNvCxnSpPr>
          <p:nvPr/>
        </p:nvCxnSpPr>
        <p:spPr>
          <a:xfrm rot="16200000" flipV="1">
            <a:off x="4365608" y="2601219"/>
            <a:ext cx="427910" cy="47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连接符: 肘形 237">
            <a:extLst>
              <a:ext uri="{FF2B5EF4-FFF2-40B4-BE49-F238E27FC236}">
                <a16:creationId xmlns:a16="http://schemas.microsoft.com/office/drawing/2014/main" id="{ED04BF65-A4FF-1D49-99E4-8E0729C37E0F}"/>
              </a:ext>
            </a:extLst>
          </p:cNvPr>
          <p:cNvCxnSpPr>
            <a:cxnSpLocks/>
            <a:stCxn id="276" idx="3"/>
            <a:endCxn id="221" idx="1"/>
          </p:cNvCxnSpPr>
          <p:nvPr/>
        </p:nvCxnSpPr>
        <p:spPr>
          <a:xfrm flipV="1">
            <a:off x="5404313" y="2234888"/>
            <a:ext cx="889514" cy="1866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文本框 240">
            <a:extLst>
              <a:ext uri="{FF2B5EF4-FFF2-40B4-BE49-F238E27FC236}">
                <a16:creationId xmlns:a16="http://schemas.microsoft.com/office/drawing/2014/main" id="{0CE3FCE0-E268-B543-5963-3F417DC32651}"/>
              </a:ext>
            </a:extLst>
          </p:cNvPr>
          <p:cNvSpPr txBox="1"/>
          <p:nvPr/>
        </p:nvSpPr>
        <p:spPr>
          <a:xfrm>
            <a:off x="2771266" y="809583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(2,5,5)</a:t>
            </a:r>
            <a:endParaRPr lang="zh-CN" altLang="en-US" sz="1200" dirty="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0665A0CD-5D34-ED19-54F5-000C8F75E485}"/>
              </a:ext>
            </a:extLst>
          </p:cNvPr>
          <p:cNvSpPr txBox="1"/>
          <p:nvPr/>
        </p:nvSpPr>
        <p:spPr>
          <a:xfrm>
            <a:off x="2555887" y="4345034"/>
            <a:ext cx="7420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3D35DB4F-59CA-3664-2AB2-511280E09278}"/>
              </a:ext>
            </a:extLst>
          </p:cNvPr>
          <p:cNvSpPr txBox="1"/>
          <p:nvPr/>
        </p:nvSpPr>
        <p:spPr>
          <a:xfrm>
            <a:off x="5945444" y="1902678"/>
            <a:ext cx="3033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输出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0007A5C6-445E-8E9B-8BA7-36FED1F3F581}"/>
              </a:ext>
            </a:extLst>
          </p:cNvPr>
          <p:cNvSpPr txBox="1"/>
          <p:nvPr/>
        </p:nvSpPr>
        <p:spPr>
          <a:xfrm>
            <a:off x="2603264" y="578507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DF4EEFDC-8B45-5EE5-2071-26683AD8F98D}"/>
              </a:ext>
            </a:extLst>
          </p:cNvPr>
          <p:cNvSpPr txBox="1"/>
          <p:nvPr/>
        </p:nvSpPr>
        <p:spPr>
          <a:xfrm>
            <a:off x="717687" y="3981261"/>
            <a:ext cx="11341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reshape</a:t>
            </a:r>
            <a:endParaRPr lang="zh-CN" altLang="en-US" sz="1200" dirty="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5CC426CA-5C89-CB68-CD86-D8ECAB400D5C}"/>
              </a:ext>
            </a:extLst>
          </p:cNvPr>
          <p:cNvSpPr txBox="1"/>
          <p:nvPr/>
        </p:nvSpPr>
        <p:spPr>
          <a:xfrm>
            <a:off x="5331825" y="1997853"/>
            <a:ext cx="7043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reshape</a:t>
            </a:r>
            <a:endParaRPr lang="zh-CN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2604C75D-FD2F-FDEA-E7A2-4753A8495775}"/>
                  </a:ext>
                </a:extLst>
              </p:cNvPr>
              <p:cNvSpPr/>
              <p:nvPr/>
            </p:nvSpPr>
            <p:spPr>
              <a:xfrm>
                <a:off x="3754335" y="2086004"/>
                <a:ext cx="1649978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2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S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𝑜𝑓𝑡𝑀𝑎𝑥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@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@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2604C75D-FD2F-FDEA-E7A2-4753A84957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4335" y="2086004"/>
                <a:ext cx="1649978" cy="30149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矩形: 圆角 1">
            <a:extLst>
              <a:ext uri="{FF2B5EF4-FFF2-40B4-BE49-F238E27FC236}">
                <a16:creationId xmlns:a16="http://schemas.microsoft.com/office/drawing/2014/main" id="{F93EE805-AF64-4620-BBB9-E83ED38437CE}"/>
              </a:ext>
            </a:extLst>
          </p:cNvPr>
          <p:cNvSpPr/>
          <p:nvPr/>
        </p:nvSpPr>
        <p:spPr>
          <a:xfrm rot="5400000">
            <a:off x="1372288" y="2787223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8F483943-4CF2-FF16-7AF5-81CC80123CA2}"/>
              </a:ext>
            </a:extLst>
          </p:cNvPr>
          <p:cNvSpPr/>
          <p:nvPr/>
        </p:nvSpPr>
        <p:spPr>
          <a:xfrm rot="5400000">
            <a:off x="1373652" y="2983622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6B8E001-E84F-E5C0-2D9D-9C8B48FAABB9}"/>
              </a:ext>
            </a:extLst>
          </p:cNvPr>
          <p:cNvSpPr/>
          <p:nvPr/>
        </p:nvSpPr>
        <p:spPr>
          <a:xfrm rot="5400000">
            <a:off x="1373652" y="3192271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1405A5D-D930-47C9-1FDC-D6CE7572D890}"/>
              </a:ext>
            </a:extLst>
          </p:cNvPr>
          <p:cNvSpPr/>
          <p:nvPr/>
        </p:nvSpPr>
        <p:spPr>
          <a:xfrm rot="5400000">
            <a:off x="1373652" y="3393943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7D6F183-CACB-1815-0727-3728BCE90A13}"/>
              </a:ext>
            </a:extLst>
          </p:cNvPr>
          <p:cNvSpPr/>
          <p:nvPr/>
        </p:nvSpPr>
        <p:spPr>
          <a:xfrm rot="5400000">
            <a:off x="1369164" y="3590109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D86E22D-2A33-D008-26E6-80741B413EA8}"/>
              </a:ext>
            </a:extLst>
          </p:cNvPr>
          <p:cNvSpPr/>
          <p:nvPr/>
        </p:nvSpPr>
        <p:spPr>
          <a:xfrm rot="5400000">
            <a:off x="4345356" y="2777002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BB8804C-AC8C-DC3F-0EA5-F512074E2566}"/>
              </a:ext>
            </a:extLst>
          </p:cNvPr>
          <p:cNvSpPr/>
          <p:nvPr/>
        </p:nvSpPr>
        <p:spPr>
          <a:xfrm rot="5400000">
            <a:off x="4345357" y="2979273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82A749A-7F53-A57E-2F53-37E89F9CD769}"/>
              </a:ext>
            </a:extLst>
          </p:cNvPr>
          <p:cNvSpPr/>
          <p:nvPr/>
        </p:nvSpPr>
        <p:spPr>
          <a:xfrm rot="5400000">
            <a:off x="4345357" y="3181498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7065542-305B-236B-008B-FC03D3D54536}"/>
              </a:ext>
            </a:extLst>
          </p:cNvPr>
          <p:cNvSpPr/>
          <p:nvPr/>
        </p:nvSpPr>
        <p:spPr>
          <a:xfrm rot="5400000">
            <a:off x="4345357" y="3383723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0302197F-01FB-17DB-EC4F-73E756EF4E62}"/>
              </a:ext>
            </a:extLst>
          </p:cNvPr>
          <p:cNvSpPr/>
          <p:nvPr/>
        </p:nvSpPr>
        <p:spPr>
          <a:xfrm rot="5400000">
            <a:off x="4345357" y="3581251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2E41DBF-697E-95B1-F493-ECA5D41F6105}"/>
              </a:ext>
            </a:extLst>
          </p:cNvPr>
          <p:cNvSpPr/>
          <p:nvPr/>
        </p:nvSpPr>
        <p:spPr>
          <a:xfrm rot="5400000">
            <a:off x="4693516" y="2777002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65C9AD6C-9102-03D6-5241-041130E180C9}"/>
              </a:ext>
            </a:extLst>
          </p:cNvPr>
          <p:cNvSpPr/>
          <p:nvPr/>
        </p:nvSpPr>
        <p:spPr>
          <a:xfrm rot="5400000">
            <a:off x="4694880" y="2973401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12FEACA-04FE-557A-56B3-A769B746186A}"/>
              </a:ext>
            </a:extLst>
          </p:cNvPr>
          <p:cNvSpPr/>
          <p:nvPr/>
        </p:nvSpPr>
        <p:spPr>
          <a:xfrm rot="5400000">
            <a:off x="4694880" y="3182050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E94E041-615B-4985-255E-E39C6F0A3E77}"/>
              </a:ext>
            </a:extLst>
          </p:cNvPr>
          <p:cNvSpPr/>
          <p:nvPr/>
        </p:nvSpPr>
        <p:spPr>
          <a:xfrm rot="5400000">
            <a:off x="4694880" y="3383722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8FFDC3FA-02D9-3BCB-C5B7-708F076DD3B0}"/>
              </a:ext>
            </a:extLst>
          </p:cNvPr>
          <p:cNvSpPr/>
          <p:nvPr/>
        </p:nvSpPr>
        <p:spPr>
          <a:xfrm rot="5400000">
            <a:off x="4690392" y="3579888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61417DF-A123-932D-BB6A-D9C3435DF909}"/>
              </a:ext>
            </a:extLst>
          </p:cNvPr>
          <p:cNvSpPr/>
          <p:nvPr/>
        </p:nvSpPr>
        <p:spPr>
          <a:xfrm>
            <a:off x="2439483" y="3366903"/>
            <a:ext cx="133350" cy="31302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6782CC7-BCC2-222C-67D0-52F2FA72D944}"/>
              </a:ext>
            </a:extLst>
          </p:cNvPr>
          <p:cNvSpPr/>
          <p:nvPr/>
        </p:nvSpPr>
        <p:spPr>
          <a:xfrm>
            <a:off x="2653820" y="3366289"/>
            <a:ext cx="133350" cy="31302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5EAD6D6-967F-27EF-9A69-C09D78AF9CF2}"/>
              </a:ext>
            </a:extLst>
          </p:cNvPr>
          <p:cNvSpPr/>
          <p:nvPr/>
        </p:nvSpPr>
        <p:spPr>
          <a:xfrm>
            <a:off x="2871461" y="3365449"/>
            <a:ext cx="133350" cy="31302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7263480E-2ECE-9D23-2498-32F729143D1F}"/>
              </a:ext>
            </a:extLst>
          </p:cNvPr>
          <p:cNvSpPr/>
          <p:nvPr/>
        </p:nvSpPr>
        <p:spPr>
          <a:xfrm>
            <a:off x="3080742" y="3366991"/>
            <a:ext cx="133350" cy="31302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793AB39-87C5-2AB6-3531-38C63A8D30C3}"/>
              </a:ext>
            </a:extLst>
          </p:cNvPr>
          <p:cNvSpPr/>
          <p:nvPr/>
        </p:nvSpPr>
        <p:spPr>
          <a:xfrm>
            <a:off x="3299412" y="3369945"/>
            <a:ext cx="133350" cy="31302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6516715-1E90-208B-A48B-0593C7CFD13A}"/>
              </a:ext>
            </a:extLst>
          </p:cNvPr>
          <p:cNvSpPr txBox="1"/>
          <p:nvPr/>
        </p:nvSpPr>
        <p:spPr>
          <a:xfrm>
            <a:off x="2386948" y="3979881"/>
            <a:ext cx="11341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reshape</a:t>
            </a:r>
            <a:endParaRPr lang="zh-CN" altLang="en-US" sz="12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6DF4E3-D1E8-13CC-A885-0B1801F94A50}"/>
              </a:ext>
            </a:extLst>
          </p:cNvPr>
          <p:cNvSpPr txBox="1"/>
          <p:nvPr/>
        </p:nvSpPr>
        <p:spPr>
          <a:xfrm>
            <a:off x="4043416" y="3973418"/>
            <a:ext cx="11341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reshape</a:t>
            </a:r>
            <a:endParaRPr lang="zh-CN" altLang="en-US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54E7883-CFA8-1C15-6F53-B7699C3DE6F1}"/>
              </a:ext>
            </a:extLst>
          </p:cNvPr>
          <p:cNvSpPr txBox="1"/>
          <p:nvPr/>
        </p:nvSpPr>
        <p:spPr>
          <a:xfrm>
            <a:off x="1622133" y="3463201"/>
            <a:ext cx="79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(2, F/2, 5)</a:t>
            </a:r>
            <a:endParaRPr lang="zh-CN" altLang="en-US" sz="1200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914DBEF-BC0A-2736-AAA6-EDF049CD7393}"/>
              </a:ext>
            </a:extLst>
          </p:cNvPr>
          <p:cNvSpPr txBox="1"/>
          <p:nvPr/>
        </p:nvSpPr>
        <p:spPr>
          <a:xfrm>
            <a:off x="3482377" y="3463200"/>
            <a:ext cx="79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(2, 5, F/2)</a:t>
            </a:r>
            <a:endParaRPr lang="zh-CN" altLang="en-US" sz="1200" dirty="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DA5B19B-CF3C-6953-5637-3CDC43E18AC4}"/>
              </a:ext>
            </a:extLst>
          </p:cNvPr>
          <p:cNvSpPr/>
          <p:nvPr/>
        </p:nvSpPr>
        <p:spPr>
          <a:xfrm rot="5400000">
            <a:off x="6434785" y="1679490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EF350FF5-5626-A061-2F99-4DCEC5722F43}"/>
              </a:ext>
            </a:extLst>
          </p:cNvPr>
          <p:cNvSpPr/>
          <p:nvPr/>
        </p:nvSpPr>
        <p:spPr>
          <a:xfrm rot="5400000">
            <a:off x="6434786" y="1881761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5118125-019E-C2BB-0633-CD97390CE2A1}"/>
              </a:ext>
            </a:extLst>
          </p:cNvPr>
          <p:cNvSpPr/>
          <p:nvPr/>
        </p:nvSpPr>
        <p:spPr>
          <a:xfrm rot="5400000">
            <a:off x="6434786" y="2083986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1791CFA-9FC4-F149-E430-13261C7095A7}"/>
              </a:ext>
            </a:extLst>
          </p:cNvPr>
          <p:cNvSpPr/>
          <p:nvPr/>
        </p:nvSpPr>
        <p:spPr>
          <a:xfrm rot="5400000">
            <a:off x="6434786" y="2286211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BECD0A3-E8DD-34B3-05BC-44E37C2E1002}"/>
              </a:ext>
            </a:extLst>
          </p:cNvPr>
          <p:cNvSpPr/>
          <p:nvPr/>
        </p:nvSpPr>
        <p:spPr>
          <a:xfrm rot="5400000">
            <a:off x="6434786" y="2483739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980FEE6-D35F-2FE6-5E3E-7586570E6296}"/>
              </a:ext>
            </a:extLst>
          </p:cNvPr>
          <p:cNvSpPr/>
          <p:nvPr/>
        </p:nvSpPr>
        <p:spPr>
          <a:xfrm rot="5400000">
            <a:off x="6782945" y="1679490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E152EDD-5C2F-54EB-C989-B61CC853F7CB}"/>
              </a:ext>
            </a:extLst>
          </p:cNvPr>
          <p:cNvSpPr/>
          <p:nvPr/>
        </p:nvSpPr>
        <p:spPr>
          <a:xfrm rot="5400000">
            <a:off x="6784309" y="1875889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95362887-DF5C-9562-2262-D5909989CB46}"/>
              </a:ext>
            </a:extLst>
          </p:cNvPr>
          <p:cNvSpPr/>
          <p:nvPr/>
        </p:nvSpPr>
        <p:spPr>
          <a:xfrm rot="5400000">
            <a:off x="6784309" y="2084538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79F98183-3E80-7B4B-E1FD-2E3CE2816260}"/>
              </a:ext>
            </a:extLst>
          </p:cNvPr>
          <p:cNvSpPr/>
          <p:nvPr/>
        </p:nvSpPr>
        <p:spPr>
          <a:xfrm rot="5400000">
            <a:off x="6784309" y="2286210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D0629D2D-4884-B817-A844-5703594EA3D7}"/>
              </a:ext>
            </a:extLst>
          </p:cNvPr>
          <p:cNvSpPr/>
          <p:nvPr/>
        </p:nvSpPr>
        <p:spPr>
          <a:xfrm rot="5400000">
            <a:off x="6779821" y="2482376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74124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311</Words>
  <Application>Microsoft Office PowerPoint</Application>
  <PresentationFormat>宽屏</PresentationFormat>
  <Paragraphs>160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青 胡</dc:creator>
  <cp:lastModifiedBy>青 胡</cp:lastModifiedBy>
  <cp:revision>17</cp:revision>
  <dcterms:created xsi:type="dcterms:W3CDTF">2025-12-12T02:59:27Z</dcterms:created>
  <dcterms:modified xsi:type="dcterms:W3CDTF">2025-12-12T08:20:57Z</dcterms:modified>
</cp:coreProperties>
</file>